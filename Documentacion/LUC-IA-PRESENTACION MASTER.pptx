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79" r:id="rId4"/>
    <p:sldId id="277" r:id="rId5"/>
    <p:sldId id="278" r:id="rId6"/>
    <p:sldId id="281" r:id="rId7"/>
    <p:sldId id="280" r:id="rId8"/>
    <p:sldId id="282" r:id="rId9"/>
    <p:sldId id="283" r:id="rId10"/>
    <p:sldId id="284" r:id="rId11"/>
    <p:sldId id="286" r:id="rId12"/>
    <p:sldId id="288" r:id="rId13"/>
    <p:sldId id="289" r:id="rId14"/>
    <p:sldId id="290" r:id="rId15"/>
    <p:sldId id="287" r:id="rId16"/>
    <p:sldId id="265" r:id="rId17"/>
    <p:sldId id="291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E9"/>
    <a:srgbClr val="003A31"/>
    <a:srgbClr val="F2F2F2"/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3FB9B-EE08-4DDE-8B60-CB05B9548CB7}" v="56" dt="2026-07-03T16:31:04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yand Javier Gómez Plata" userId="c9c1396e-34a9-4a12-912a-8649ffb9a204" providerId="ADAL" clId="{27F4626A-F3D0-4E6C-A104-AEA19FA55BBA}"/>
    <pc:docChg chg="undo redo custSel addSld delSld modSld sldOrd">
      <pc:chgData name="Brayand Javier Gómez Plata" userId="c9c1396e-34a9-4a12-912a-8649ffb9a204" providerId="ADAL" clId="{27F4626A-F3D0-4E6C-A104-AEA19FA55BBA}" dt="2026-07-04T16:29:24.468" v="5326" actId="1076"/>
      <pc:docMkLst>
        <pc:docMk/>
      </pc:docMkLst>
      <pc:sldChg chg="addSp delSp modSp mo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0" sldId="256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15" creationId="{988CF4CB-F0E3-0E91-5634-B44375D517A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16" creationId="{9F70127D-CF1F-F30D-176B-B2E2EE6247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56"/>
            <ac:spMk id="17" creationId="{29F6B98A-451D-2920-405C-5E668945D39D}"/>
          </ac:spMkLst>
        </pc:spChg>
        <pc:picChg chg="add mod">
          <ac:chgData name="Brayand Javier Gómez Plata" userId="c9c1396e-34a9-4a12-912a-8649ffb9a204" providerId="ADAL" clId="{27F4626A-F3D0-4E6C-A104-AEA19FA55BBA}" dt="2026-07-02T20:37:48.683" v="3220" actId="14100"/>
          <ac:picMkLst>
            <pc:docMk/>
            <pc:sldMk cId="0" sldId="256"/>
            <ac:picMk id="4" creationId="{3354447F-E468-5641-C634-C2869BFD73C5}"/>
          </ac:picMkLst>
        </pc:picChg>
      </pc:sldChg>
      <pc:sldChg chg="addSp delSp modSp mod">
        <pc:chgData name="Brayand Javier Gómez Plata" userId="c9c1396e-34a9-4a12-912a-8649ffb9a204" providerId="ADAL" clId="{27F4626A-F3D0-4E6C-A104-AEA19FA55BBA}" dt="2026-07-04T16:29:05.491" v="5322" actId="1076"/>
        <pc:sldMkLst>
          <pc:docMk/>
          <pc:sldMk cId="0" sldId="258"/>
        </pc:sldMkLst>
        <pc:spChg chg="add del">
          <ac:chgData name="Brayand Javier Gómez Plata" userId="c9c1396e-34a9-4a12-912a-8649ffb9a204" providerId="ADAL" clId="{27F4626A-F3D0-4E6C-A104-AEA19FA55BBA}" dt="2026-07-04T16:20:51.027" v="5272" actId="21"/>
          <ac:spMkLst>
            <pc:docMk/>
            <pc:sldMk cId="0" sldId="258"/>
            <ac:spMk id="3" creationId="{98B8331A-6E4A-55B8-15AE-A0734AC49613}"/>
          </ac:spMkLst>
        </pc:spChg>
        <pc:picChg chg="add mod">
          <ac:chgData name="Brayand Javier Gómez Plata" userId="c9c1396e-34a9-4a12-912a-8649ffb9a204" providerId="ADAL" clId="{27F4626A-F3D0-4E6C-A104-AEA19FA55BBA}" dt="2026-07-04T16:29:05.491" v="5322" actId="1076"/>
          <ac:picMkLst>
            <pc:docMk/>
            <pc:sldMk cId="0" sldId="258"/>
            <ac:picMk id="6" creationId="{B53C321B-8EAD-D579-5DF9-1E43D55925C4}"/>
          </ac:picMkLst>
        </pc:picChg>
        <pc:picChg chg="add ord">
          <ac:chgData name="Brayand Javier Gómez Plata" userId="c9c1396e-34a9-4a12-912a-8649ffb9a204" providerId="ADAL" clId="{27F4626A-F3D0-4E6C-A104-AEA19FA55BBA}" dt="2026-07-02T19:15:11.796" v="2791" actId="167"/>
          <ac:picMkLst>
            <pc:docMk/>
            <pc:sldMk cId="0" sldId="258"/>
            <ac:picMk id="9" creationId="{3B261684-3E46-01D7-6ECE-DA9646BB6B34}"/>
          </ac:picMkLst>
        </pc:picChg>
        <pc:picChg chg="add mod">
          <ac:chgData name="Brayand Javier Gómez Plata" userId="c9c1396e-34a9-4a12-912a-8649ffb9a204" providerId="ADAL" clId="{27F4626A-F3D0-4E6C-A104-AEA19FA55BBA}" dt="2026-07-02T20:39:41.109" v="3229" actId="1076"/>
          <ac:picMkLst>
            <pc:docMk/>
            <pc:sldMk cId="0" sldId="258"/>
            <ac:picMk id="11" creationId="{5BA6BEC8-FD90-139F-46D0-AEA5CCB4B671}"/>
          </ac:picMkLst>
        </pc:picChg>
      </pc:sldChg>
      <pc:sldChg chg="addSp delSp modSp add del mod">
        <pc:chgData name="Brayand Javier Gómez Plata" userId="c9c1396e-34a9-4a12-912a-8649ffb9a204" providerId="ADAL" clId="{27F4626A-F3D0-4E6C-A104-AEA19FA55BBA}" dt="2026-07-03T15:57:18.059" v="4705" actId="2696"/>
        <pc:sldMkLst>
          <pc:docMk/>
          <pc:sldMk cId="3275985551" sldId="262"/>
        </pc:sldMkLst>
      </pc:sldChg>
      <pc:sldChg chg="addSp delSp modSp add del mod">
        <pc:chgData name="Brayand Javier Gómez Plata" userId="c9c1396e-34a9-4a12-912a-8649ffb9a204" providerId="ADAL" clId="{27F4626A-F3D0-4E6C-A104-AEA19FA55BBA}" dt="2026-07-03T15:57:12.687" v="4704" actId="2696"/>
        <pc:sldMkLst>
          <pc:docMk/>
          <pc:sldMk cId="1749824020" sldId="263"/>
        </pc:sldMkLst>
      </pc:sldChg>
      <pc:sldChg chg="addSp delSp modSp add del mod ord">
        <pc:chgData name="Brayand Javier Gómez Plata" userId="c9c1396e-34a9-4a12-912a-8649ffb9a204" providerId="ADAL" clId="{27F4626A-F3D0-4E6C-A104-AEA19FA55BBA}" dt="2026-07-03T15:57:21.267" v="4706" actId="2696"/>
        <pc:sldMkLst>
          <pc:docMk/>
          <pc:sldMk cId="1092014754" sldId="264"/>
        </pc:sldMkLst>
      </pc:sldChg>
      <pc:sldChg chg="addSp delSp modSp add del mod or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1793387417" sldId="265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93387417" sldId="265"/>
            <ac:spMk id="4" creationId="{A5FE1617-A503-19B4-4F64-509D9BBBB9E9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93387417" sldId="265"/>
            <ac:spMk id="7" creationId="{DF514A1E-09E5-CE16-61E1-A55E2AA80ECE}"/>
          </ac:spMkLst>
        </pc:spChg>
        <pc:spChg chg="del mod">
          <ac:chgData name="Brayand Javier Gómez Plata" userId="c9c1396e-34a9-4a12-912a-8649ffb9a204" providerId="ADAL" clId="{27F4626A-F3D0-4E6C-A104-AEA19FA55BBA}" dt="2026-07-03T16:02:34.864" v="4711" actId="478"/>
          <ac:spMkLst>
            <pc:docMk/>
            <pc:sldMk cId="1793387417" sldId="265"/>
            <ac:spMk id="13" creationId="{2A3B28D9-3E72-144C-9A02-524DC334A1B0}"/>
          </ac:spMkLst>
        </pc:spChg>
        <pc:spChg chg="del mod">
          <ac:chgData name="Brayand Javier Gómez Plata" userId="c9c1396e-34a9-4a12-912a-8649ffb9a204" providerId="ADAL" clId="{27F4626A-F3D0-4E6C-A104-AEA19FA55BBA}" dt="2026-07-03T16:02:36.391" v="4712" actId="478"/>
          <ac:spMkLst>
            <pc:docMk/>
            <pc:sldMk cId="1793387417" sldId="265"/>
            <ac:spMk id="15" creationId="{870E2C85-153D-80E2-E23D-1EFFD7064622}"/>
          </ac:spMkLst>
        </pc:spChg>
        <pc:spChg chg="del mod">
          <ac:chgData name="Brayand Javier Gómez Plata" userId="c9c1396e-34a9-4a12-912a-8649ffb9a204" providerId="ADAL" clId="{27F4626A-F3D0-4E6C-A104-AEA19FA55BBA}" dt="2026-07-03T16:02:37.537" v="4713" actId="478"/>
          <ac:spMkLst>
            <pc:docMk/>
            <pc:sldMk cId="1793387417" sldId="265"/>
            <ac:spMk id="51" creationId="{7E7E118A-CD6E-B72C-84FB-3F76E925098B}"/>
          </ac:spMkLst>
        </pc:spChg>
        <pc:picChg chg="add del mod modCrop">
          <ac:chgData name="Brayand Javier Gómez Plata" userId="c9c1396e-34a9-4a12-912a-8649ffb9a204" providerId="ADAL" clId="{27F4626A-F3D0-4E6C-A104-AEA19FA55BBA}" dt="2026-07-03T16:02:27.735" v="4707" actId="478"/>
          <ac:picMkLst>
            <pc:docMk/>
            <pc:sldMk cId="1793387417" sldId="265"/>
            <ac:picMk id="3" creationId="{27C47CB2-1325-F5DC-756B-BFE8BB39D054}"/>
          </ac:picMkLst>
        </pc:picChg>
        <pc:picChg chg="add del mod">
          <ac:chgData name="Brayand Javier Gómez Plata" userId="c9c1396e-34a9-4a12-912a-8649ffb9a204" providerId="ADAL" clId="{27F4626A-F3D0-4E6C-A104-AEA19FA55BBA}" dt="2026-07-03T16:06:11.963" v="4715" actId="478"/>
          <ac:picMkLst>
            <pc:docMk/>
            <pc:sldMk cId="1793387417" sldId="265"/>
            <ac:picMk id="5" creationId="{A9E1B867-0DCD-932F-A504-4E0681E21444}"/>
          </ac:picMkLst>
        </pc:picChg>
        <pc:picChg chg="add mod">
          <ac:chgData name="Brayand Javier Gómez Plata" userId="c9c1396e-34a9-4a12-912a-8649ffb9a204" providerId="ADAL" clId="{27F4626A-F3D0-4E6C-A104-AEA19FA55BBA}" dt="2026-07-03T16:02:33.308" v="4710" actId="1076"/>
          <ac:picMkLst>
            <pc:docMk/>
            <pc:sldMk cId="1793387417" sldId="265"/>
            <ac:picMk id="6" creationId="{8DED9C18-9E39-FAF6-EAC2-7411910823C9}"/>
          </ac:picMkLst>
        </pc:picChg>
        <pc:picChg chg="add">
          <ac:chgData name="Brayand Javier Gómez Plata" userId="c9c1396e-34a9-4a12-912a-8649ffb9a204" providerId="ADAL" clId="{27F4626A-F3D0-4E6C-A104-AEA19FA55BBA}" dt="2026-07-03T16:02:41.391" v="4714" actId="22"/>
          <ac:picMkLst>
            <pc:docMk/>
            <pc:sldMk cId="1793387417" sldId="265"/>
            <ac:picMk id="9" creationId="{721C5812-50BB-F087-2553-60827C0BD649}"/>
          </ac:picMkLst>
        </pc:picChg>
        <pc:picChg chg="add mod">
          <ac:chgData name="Brayand Javier Gómez Plata" userId="c9c1396e-34a9-4a12-912a-8649ffb9a204" providerId="ADAL" clId="{27F4626A-F3D0-4E6C-A104-AEA19FA55BBA}" dt="2026-07-03T16:06:16.638" v="4718" actId="1076"/>
          <ac:picMkLst>
            <pc:docMk/>
            <pc:sldMk cId="1793387417" sldId="265"/>
            <ac:picMk id="12" creationId="{9CE469D5-638A-BB81-912E-49F5BD71AFC7}"/>
          </ac:picMkLst>
        </pc:picChg>
      </pc:sldChg>
      <pc:sldChg chg="addSp delSp modSp add del mod ord">
        <pc:chgData name="Brayand Javier Gómez Plata" userId="c9c1396e-34a9-4a12-912a-8649ffb9a204" providerId="ADAL" clId="{27F4626A-F3D0-4E6C-A104-AEA19FA55BBA}" dt="2026-07-03T16:06:41.258" v="4719" actId="2696"/>
        <pc:sldMkLst>
          <pc:docMk/>
          <pc:sldMk cId="1952337374" sldId="266"/>
        </pc:sldMkLst>
      </pc:sldChg>
      <pc:sldChg chg="addSp delSp modSp add del mod ord">
        <pc:chgData name="Brayand Javier Gómez Plata" userId="c9c1396e-34a9-4a12-912a-8649ffb9a204" providerId="ADAL" clId="{27F4626A-F3D0-4E6C-A104-AEA19FA55BBA}" dt="2026-07-03T16:06:46.483" v="4721" actId="47"/>
        <pc:sldMkLst>
          <pc:docMk/>
          <pc:sldMk cId="1936048205" sldId="267"/>
        </pc:sldMkLst>
      </pc:sldChg>
      <pc:sldChg chg="addSp delSp modSp add del mod">
        <pc:chgData name="Brayand Javier Gómez Plata" userId="c9c1396e-34a9-4a12-912a-8649ffb9a204" providerId="ADAL" clId="{27F4626A-F3D0-4E6C-A104-AEA19FA55BBA}" dt="2026-07-03T16:06:44" v="4720" actId="2696"/>
        <pc:sldMkLst>
          <pc:docMk/>
          <pc:sldMk cId="1836713519" sldId="268"/>
        </pc:sldMkLst>
      </pc:sldChg>
      <pc:sldChg chg="addSp delSp modSp add del mod">
        <pc:chgData name="Brayand Javier Gómez Plata" userId="c9c1396e-34a9-4a12-912a-8649ffb9a204" providerId="ADAL" clId="{27F4626A-F3D0-4E6C-A104-AEA19FA55BBA}" dt="2026-07-03T16:06:51.552" v="4724" actId="47"/>
        <pc:sldMkLst>
          <pc:docMk/>
          <pc:sldMk cId="1981738347" sldId="269"/>
        </pc:sldMkLst>
      </pc:sldChg>
      <pc:sldChg chg="addSp delSp modSp add del mod ord">
        <pc:chgData name="Brayand Javier Gómez Plata" userId="c9c1396e-34a9-4a12-912a-8649ffb9a204" providerId="ADAL" clId="{27F4626A-F3D0-4E6C-A104-AEA19FA55BBA}" dt="2026-07-03T16:06:50.459" v="4723" actId="47"/>
        <pc:sldMkLst>
          <pc:docMk/>
          <pc:sldMk cId="3788628433" sldId="270"/>
        </pc:sldMkLst>
      </pc:sldChg>
      <pc:sldChg chg="addSp delSp modSp add del mod ord">
        <pc:chgData name="Brayand Javier Gómez Plata" userId="c9c1396e-34a9-4a12-912a-8649ffb9a204" providerId="ADAL" clId="{27F4626A-F3D0-4E6C-A104-AEA19FA55BBA}" dt="2026-07-03T16:06:48.393" v="4722" actId="47"/>
        <pc:sldMkLst>
          <pc:docMk/>
          <pc:sldMk cId="1513769012" sldId="272"/>
        </pc:sldMkLst>
      </pc:sldChg>
      <pc:sldChg chg="addSp delSp modSp add del mod setBg">
        <pc:chgData name="Brayand Javier Gómez Plata" userId="c9c1396e-34a9-4a12-912a-8649ffb9a204" providerId="ADAL" clId="{27F4626A-F3D0-4E6C-A104-AEA19FA55BBA}" dt="2026-07-03T16:18:21.398" v="4880" actId="2696"/>
        <pc:sldMkLst>
          <pc:docMk/>
          <pc:sldMk cId="0" sldId="274"/>
        </pc:sldMkLst>
        <pc:spChg chg="add del mod">
          <ac:chgData name="Brayand Javier Gómez Plata" userId="c9c1396e-34a9-4a12-912a-8649ffb9a204" providerId="ADAL" clId="{27F4626A-F3D0-4E6C-A104-AEA19FA55BBA}" dt="2026-07-03T16:08:24.244" v="4787" actId="122"/>
          <ac:spMkLst>
            <pc:docMk/>
            <pc:sldMk cId="0" sldId="274"/>
            <ac:spMk id="4" creationId="{00000000-0000-0000-0000-000000000000}"/>
          </ac:spMkLst>
        </pc:spChg>
        <pc:spChg chg="add del">
          <ac:chgData name="Brayand Javier Gómez Plata" userId="c9c1396e-34a9-4a12-912a-8649ffb9a204" providerId="ADAL" clId="{27F4626A-F3D0-4E6C-A104-AEA19FA55BBA}" dt="2026-07-03T16:07:41.105" v="4734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12:41.423" v="4879" actId="1076"/>
          <ac:spMkLst>
            <pc:docMk/>
            <pc:sldMk cId="0" sldId="274"/>
            <ac:spMk id="6" creationId="{00000000-0000-0000-0000-000000000000}"/>
          </ac:spMkLst>
        </pc:spChg>
        <pc:spChg chg="add del mod">
          <ac:chgData name="Brayand Javier Gómez Plata" userId="c9c1396e-34a9-4a12-912a-8649ffb9a204" providerId="ADAL" clId="{27F4626A-F3D0-4E6C-A104-AEA19FA55BBA}" dt="2026-07-03T16:08:16.215" v="4785" actId="478"/>
          <ac:spMkLst>
            <pc:docMk/>
            <pc:sldMk cId="0" sldId="274"/>
            <ac:spMk id="23" creationId="{D3A2BEED-A127-A788-92A6-2C15E5ADA8FE}"/>
          </ac:spMkLst>
        </pc:spChg>
        <pc:picChg chg="add del mod">
          <ac:chgData name="Brayand Javier Gómez Plata" userId="c9c1396e-34a9-4a12-912a-8649ffb9a204" providerId="ADAL" clId="{27F4626A-F3D0-4E6C-A104-AEA19FA55BBA}" dt="2026-07-03T16:08:30.712" v="4788" actId="1076"/>
          <ac:picMkLst>
            <pc:docMk/>
            <pc:sldMk cId="0" sldId="274"/>
            <ac:picMk id="3" creationId="{00000000-0000-0000-0000-000000000000}"/>
          </ac:picMkLst>
        </pc:picChg>
        <pc:picChg chg="add">
          <ac:chgData name="Brayand Javier Gómez Plata" userId="c9c1396e-34a9-4a12-912a-8649ffb9a204" providerId="ADAL" clId="{27F4626A-F3D0-4E6C-A104-AEA19FA55BBA}" dt="2026-07-03T16:08:13.574" v="4784" actId="22"/>
          <ac:picMkLst>
            <pc:docMk/>
            <pc:sldMk cId="0" sldId="274"/>
            <ac:picMk id="24" creationId="{2BC261AD-6186-D786-BF88-9D54FCE5C6E3}"/>
          </ac:picMkLst>
        </pc:picChg>
        <pc:picChg chg="add del mod">
          <ac:chgData name="Brayand Javier Gómez Plata" userId="c9c1396e-34a9-4a12-912a-8649ffb9a204" providerId="ADAL" clId="{27F4626A-F3D0-4E6C-A104-AEA19FA55BBA}" dt="2026-07-03T16:07:21.429" v="4725" actId="478"/>
          <ac:picMkLst>
            <pc:docMk/>
            <pc:sldMk cId="0" sldId="274"/>
            <ac:picMk id="27" creationId="{225E6104-0048-974B-455F-D665361B89C5}"/>
          </ac:picMkLst>
        </pc:picChg>
        <pc:picChg chg="add mod">
          <ac:chgData name="Brayand Javier Gómez Plata" userId="c9c1396e-34a9-4a12-912a-8649ffb9a204" providerId="ADAL" clId="{27F4626A-F3D0-4E6C-A104-AEA19FA55BBA}" dt="2026-07-03T16:08:41.003" v="4790" actId="1076"/>
          <ac:picMkLst>
            <pc:docMk/>
            <pc:sldMk cId="0" sldId="274"/>
            <ac:picMk id="28" creationId="{083CC9D2-AA4E-D5CB-55C2-6BD4BD0F176D}"/>
          </ac:picMkLst>
        </pc:picChg>
      </pc:sldChg>
      <pc:sldChg chg="addSp delSp modSp add mod setBg">
        <pc:chgData name="Brayand Javier Gómez Plata" userId="c9c1396e-34a9-4a12-912a-8649ffb9a204" providerId="ADAL" clId="{27F4626A-F3D0-4E6C-A104-AEA19FA55BBA}" dt="2026-07-03T16:31:37.208" v="5252" actId="1076"/>
        <pc:sldMkLst>
          <pc:docMk/>
          <pc:sldMk cId="0" sldId="275"/>
        </pc:sldMkLst>
        <pc:spChg chg="mod">
          <ac:chgData name="Brayand Javier Gómez Plata" userId="c9c1396e-34a9-4a12-912a-8649ffb9a204" providerId="ADAL" clId="{27F4626A-F3D0-4E6C-A104-AEA19FA55BBA}" dt="2026-07-03T16:25:23.763" v="4967" actId="1076"/>
          <ac:spMkLst>
            <pc:docMk/>
            <pc:sldMk cId="0" sldId="275"/>
            <ac:spMk id="2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8:51.223" v="4914" actId="478"/>
          <ac:spMkLst>
            <pc:docMk/>
            <pc:sldMk cId="0" sldId="275"/>
            <ac:spMk id="4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8:53.896" v="4915" actId="478"/>
          <ac:spMkLst>
            <pc:docMk/>
            <pc:sldMk cId="0" sldId="275"/>
            <ac:spMk id="5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8:42.883" v="4913" actId="478"/>
          <ac:spMkLst>
            <pc:docMk/>
            <pc:sldMk cId="0" sldId="275"/>
            <ac:spMk id="6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18:28.874" v="4904" actId="20577"/>
          <ac:spMkLst>
            <pc:docMk/>
            <pc:sldMk cId="0" sldId="275"/>
            <ac:spMk id="8" creationId="{00000000-0000-0000-0000-000000000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9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10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12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14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15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17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18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20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21" creationId="{00000000-0000-0000-0000-000000000000}"/>
          </ac:spMkLst>
        </pc:spChg>
        <pc:spChg chg="del">
          <ac:chgData name="Brayand Javier Gómez Plata" userId="c9c1396e-34a9-4a12-912a-8649ffb9a204" providerId="ADAL" clId="{27F4626A-F3D0-4E6C-A104-AEA19FA55BBA}" dt="2026-07-03T16:19:53.315" v="4917" actId="478"/>
          <ac:spMkLst>
            <pc:docMk/>
            <pc:sldMk cId="0" sldId="275"/>
            <ac:spMk id="22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23" creationId="{00000000-0000-0000-0000-000000000000}"/>
          </ac:spMkLst>
        </pc:spChg>
        <pc:spChg chg="del mod">
          <ac:chgData name="Brayand Javier Gómez Plata" userId="c9c1396e-34a9-4a12-912a-8649ffb9a204" providerId="ADAL" clId="{27F4626A-F3D0-4E6C-A104-AEA19FA55BBA}" dt="2026-07-03T16:19:53.315" v="4917" actId="478"/>
          <ac:spMkLst>
            <pc:docMk/>
            <pc:sldMk cId="0" sldId="275"/>
            <ac:spMk id="24" creationId="{00000000-0000-0000-0000-000000000000}"/>
          </ac:spMkLst>
        </pc:spChg>
        <pc:spChg chg="del">
          <ac:chgData name="Brayand Javier Gómez Plata" userId="c9c1396e-34a9-4a12-912a-8649ffb9a204" providerId="ADAL" clId="{27F4626A-F3D0-4E6C-A104-AEA19FA55BBA}" dt="2026-07-03T16:19:51.325" v="4916" actId="478"/>
          <ac:spMkLst>
            <pc:docMk/>
            <pc:sldMk cId="0" sldId="275"/>
            <ac:spMk id="25" creationId="{00000000-0000-0000-0000-000000000000}"/>
          </ac:spMkLst>
        </pc:spChg>
        <pc:spChg chg="del">
          <ac:chgData name="Brayand Javier Gómez Plata" userId="c9c1396e-34a9-4a12-912a-8649ffb9a204" providerId="ADAL" clId="{27F4626A-F3D0-4E6C-A104-AEA19FA55BBA}" dt="2026-07-03T16:19:53.315" v="4917" actId="478"/>
          <ac:spMkLst>
            <pc:docMk/>
            <pc:sldMk cId="0" sldId="275"/>
            <ac:spMk id="26" creationId="{00000000-0000-0000-0000-000000000000}"/>
          </ac:spMkLst>
        </pc:spChg>
        <pc:spChg chg="add mod">
          <ac:chgData name="Brayand Javier Gómez Plata" userId="c9c1396e-34a9-4a12-912a-8649ffb9a204" providerId="ADAL" clId="{27F4626A-F3D0-4E6C-A104-AEA19FA55BBA}" dt="2026-07-03T16:20:37.744" v="4926" actId="207"/>
          <ac:spMkLst>
            <pc:docMk/>
            <pc:sldMk cId="0" sldId="275"/>
            <ac:spMk id="27" creationId="{6B316518-A541-9791-42C2-36E267A7BCDE}"/>
          </ac:spMkLst>
        </pc:spChg>
        <pc:spChg chg="add mod">
          <ac:chgData name="Brayand Javier Gómez Plata" userId="c9c1396e-34a9-4a12-912a-8649ffb9a204" providerId="ADAL" clId="{27F4626A-F3D0-4E6C-A104-AEA19FA55BBA}" dt="2026-07-03T16:25:26.788" v="4968" actId="2711"/>
          <ac:spMkLst>
            <pc:docMk/>
            <pc:sldMk cId="0" sldId="275"/>
            <ac:spMk id="29" creationId="{84FDF2CF-8811-BD9E-57A2-AC0491879C1A}"/>
          </ac:spMkLst>
        </pc:spChg>
        <pc:spChg chg="add mod">
          <ac:chgData name="Brayand Javier Gómez Plata" userId="c9c1396e-34a9-4a12-912a-8649ffb9a204" providerId="ADAL" clId="{27F4626A-F3D0-4E6C-A104-AEA19FA55BBA}" dt="2026-07-03T16:25:26.788" v="4968" actId="2711"/>
          <ac:spMkLst>
            <pc:docMk/>
            <pc:sldMk cId="0" sldId="275"/>
            <ac:spMk id="31" creationId="{F9ADE62A-A4ED-1E70-E8E1-457020241E1F}"/>
          </ac:spMkLst>
        </pc:spChg>
        <pc:spChg chg="add mod">
          <ac:chgData name="Brayand Javier Gómez Plata" userId="c9c1396e-34a9-4a12-912a-8649ffb9a204" providerId="ADAL" clId="{27F4626A-F3D0-4E6C-A104-AEA19FA55BBA}" dt="2026-07-03T16:20:00.791" v="4920" actId="164"/>
          <ac:spMkLst>
            <pc:docMk/>
            <pc:sldMk cId="0" sldId="275"/>
            <ac:spMk id="33" creationId="{E075B3F2-4798-9A12-8D2C-8D74220A3FD9}"/>
          </ac:spMkLst>
        </pc:spChg>
        <pc:spChg chg="add mod">
          <ac:chgData name="Brayand Javier Gómez Plata" userId="c9c1396e-34a9-4a12-912a-8649ffb9a204" providerId="ADAL" clId="{27F4626A-F3D0-4E6C-A104-AEA19FA55BBA}" dt="2026-07-03T16:20:00.791" v="4920" actId="164"/>
          <ac:spMkLst>
            <pc:docMk/>
            <pc:sldMk cId="0" sldId="275"/>
            <ac:spMk id="35" creationId="{94AF011E-025F-456D-7213-5976EB09027E}"/>
          </ac:spMkLst>
        </pc:spChg>
        <pc:spChg chg="mod">
          <ac:chgData name="Brayand Javier Gómez Plata" userId="c9c1396e-34a9-4a12-912a-8649ffb9a204" providerId="ADAL" clId="{27F4626A-F3D0-4E6C-A104-AEA19FA55BBA}" dt="2026-07-03T16:20:51.473" v="4928"/>
          <ac:spMkLst>
            <pc:docMk/>
            <pc:sldMk cId="0" sldId="275"/>
            <ac:spMk id="38" creationId="{BC54878B-CF65-2F56-2CD4-48E28D09B531}"/>
          </ac:spMkLst>
        </pc:spChg>
        <pc:spChg chg="mod">
          <ac:chgData name="Brayand Javier Gómez Plata" userId="c9c1396e-34a9-4a12-912a-8649ffb9a204" providerId="ADAL" clId="{27F4626A-F3D0-4E6C-A104-AEA19FA55BBA}" dt="2026-07-03T16:21:00.377" v="4931" actId="20577"/>
          <ac:spMkLst>
            <pc:docMk/>
            <pc:sldMk cId="0" sldId="275"/>
            <ac:spMk id="39" creationId="{0B51D3A9-4725-3888-DB73-13469F70B6D4}"/>
          </ac:spMkLst>
        </pc:spChg>
        <pc:spChg chg="mod">
          <ac:chgData name="Brayand Javier Gómez Plata" userId="c9c1396e-34a9-4a12-912a-8649ffb9a204" providerId="ADAL" clId="{27F4626A-F3D0-4E6C-A104-AEA19FA55BBA}" dt="2026-07-03T16:20:51.473" v="4928"/>
          <ac:spMkLst>
            <pc:docMk/>
            <pc:sldMk cId="0" sldId="275"/>
            <ac:spMk id="40" creationId="{93AE63EF-F35E-4DA3-B28B-D57B2583D785}"/>
          </ac:spMkLst>
        </pc:spChg>
        <pc:spChg chg="mod">
          <ac:chgData name="Brayand Javier Gómez Plata" userId="c9c1396e-34a9-4a12-912a-8649ffb9a204" providerId="ADAL" clId="{27F4626A-F3D0-4E6C-A104-AEA19FA55BBA}" dt="2026-07-03T16:20:51.473" v="4928"/>
          <ac:spMkLst>
            <pc:docMk/>
            <pc:sldMk cId="0" sldId="275"/>
            <ac:spMk id="41" creationId="{19E48E5C-172B-5B13-3E1A-F55CE25E017F}"/>
          </ac:spMkLst>
        </pc:spChg>
        <pc:spChg chg="mod">
          <ac:chgData name="Brayand Javier Gómez Plata" userId="c9c1396e-34a9-4a12-912a-8649ffb9a204" providerId="ADAL" clId="{27F4626A-F3D0-4E6C-A104-AEA19FA55BBA}" dt="2026-07-03T16:20:51.473" v="4928"/>
          <ac:spMkLst>
            <pc:docMk/>
            <pc:sldMk cId="0" sldId="275"/>
            <ac:spMk id="42" creationId="{2E246DAF-A4F8-1FE0-1191-F9AEDE6C9D5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44" creationId="{A4EE3B74-69D1-E3DD-93A1-D3A74B957AB0}"/>
          </ac:spMkLst>
        </pc:spChg>
        <pc:spChg chg="add mod ord">
          <ac:chgData name="Brayand Javier Gómez Plata" userId="c9c1396e-34a9-4a12-912a-8649ffb9a204" providerId="ADAL" clId="{27F4626A-F3D0-4E6C-A104-AEA19FA55BBA}" dt="2026-07-03T16:22:01.080" v="4946" actId="207"/>
          <ac:spMkLst>
            <pc:docMk/>
            <pc:sldMk cId="0" sldId="275"/>
            <ac:spMk id="46" creationId="{99F139CB-1952-F1E5-7C76-8CF19C10D59F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48" creationId="{5C7D68E0-870A-16ED-5779-0B9E4773435C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50" creationId="{6FD4848C-6999-417C-F4CB-B398C6CBC823}"/>
          </ac:spMkLst>
        </pc:spChg>
        <pc:spChg chg="add mod">
          <ac:chgData name="Brayand Javier Gómez Plata" userId="c9c1396e-34a9-4a12-912a-8649ffb9a204" providerId="ADAL" clId="{27F4626A-F3D0-4E6C-A104-AEA19FA55BBA}" dt="2026-07-03T16:31:37.208" v="5252" actId="1076"/>
          <ac:spMkLst>
            <pc:docMk/>
            <pc:sldMk cId="0" sldId="275"/>
            <ac:spMk id="52" creationId="{5320511F-0493-095A-BFA3-4C1F2B4ECF50}"/>
          </ac:spMkLst>
        </pc:spChg>
        <pc:spChg chg="add mod">
          <ac:chgData name="Brayand Javier Gómez Plata" userId="c9c1396e-34a9-4a12-912a-8649ffb9a204" providerId="ADAL" clId="{27F4626A-F3D0-4E6C-A104-AEA19FA55BBA}" dt="2026-07-03T16:23:04.417" v="4948" actId="164"/>
          <ac:spMkLst>
            <pc:docMk/>
            <pc:sldMk cId="0" sldId="275"/>
            <ac:spMk id="55" creationId="{A277EB4B-D34D-B38E-0265-8B3956061AF6}"/>
          </ac:spMkLst>
        </pc:spChg>
        <pc:spChg chg="add mod">
          <ac:chgData name="Brayand Javier Gómez Plata" userId="c9c1396e-34a9-4a12-912a-8649ffb9a204" providerId="ADAL" clId="{27F4626A-F3D0-4E6C-A104-AEA19FA55BBA}" dt="2026-07-03T16:25:26.788" v="4968" actId="2711"/>
          <ac:spMkLst>
            <pc:docMk/>
            <pc:sldMk cId="0" sldId="275"/>
            <ac:spMk id="57" creationId="{5FB1C2DE-C64D-52B0-4C3C-2D31DBC838D8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59" creationId="{C1E1195D-5DE3-596F-FB5A-311C44C2A4F7}"/>
          </ac:spMkLst>
        </pc:spChg>
        <pc:spChg chg="add mod">
          <ac:chgData name="Brayand Javier Gómez Plata" userId="c9c1396e-34a9-4a12-912a-8649ffb9a204" providerId="ADAL" clId="{27F4626A-F3D0-4E6C-A104-AEA19FA55BBA}" dt="2026-07-03T16:31:24.761" v="5250" actId="1076"/>
          <ac:spMkLst>
            <pc:docMk/>
            <pc:sldMk cId="0" sldId="275"/>
            <ac:spMk id="61" creationId="{6469DD48-0A1F-6BFC-FAE3-4F2DED705DBE}"/>
          </ac:spMkLst>
        </pc:spChg>
        <pc:spChg chg="add mod">
          <ac:chgData name="Brayand Javier Gómez Plata" userId="c9c1396e-34a9-4a12-912a-8649ffb9a204" providerId="ADAL" clId="{27F4626A-F3D0-4E6C-A104-AEA19FA55BBA}" dt="2026-07-03T16:31:22.129" v="5249" actId="1076"/>
          <ac:spMkLst>
            <pc:docMk/>
            <pc:sldMk cId="0" sldId="275"/>
            <ac:spMk id="63" creationId="{30DCA599-E9E5-A78A-4E32-AD2364C5DC39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66" creationId="{7A432BBD-D3C3-AAB0-0DBF-5F5EEC72609F}"/>
          </ac:spMkLst>
        </pc:spChg>
        <pc:spChg chg="add mod">
          <ac:chgData name="Brayand Javier Gómez Plata" userId="c9c1396e-34a9-4a12-912a-8649ffb9a204" providerId="ADAL" clId="{27F4626A-F3D0-4E6C-A104-AEA19FA55BBA}" dt="2026-07-03T16:24:27.585" v="4954" actId="164"/>
          <ac:spMkLst>
            <pc:docMk/>
            <pc:sldMk cId="0" sldId="275"/>
            <ac:spMk id="68" creationId="{47032ABE-E349-83B6-AED4-AB3869A7F43C}"/>
          </ac:spMkLst>
        </pc:spChg>
        <pc:spChg chg="add mod">
          <ac:chgData name="Brayand Javier Gómez Plata" userId="c9c1396e-34a9-4a12-912a-8649ffb9a204" providerId="ADAL" clId="{27F4626A-F3D0-4E6C-A104-AEA19FA55BBA}" dt="2026-07-03T16:25:26.788" v="4968" actId="2711"/>
          <ac:spMkLst>
            <pc:docMk/>
            <pc:sldMk cId="0" sldId="275"/>
            <ac:spMk id="70" creationId="{614A19FD-FEBE-9A8B-E065-CC9DAA90048C}"/>
          </ac:spMkLst>
        </pc:spChg>
        <pc:spChg chg="add mod">
          <ac:chgData name="Brayand Javier Gómez Plata" userId="c9c1396e-34a9-4a12-912a-8649ffb9a204" providerId="ADAL" clId="{27F4626A-F3D0-4E6C-A104-AEA19FA55BBA}" dt="2026-07-03T16:25:26.788" v="4968" actId="2711"/>
          <ac:spMkLst>
            <pc:docMk/>
            <pc:sldMk cId="0" sldId="275"/>
            <ac:spMk id="72" creationId="{9454E8FA-880E-14A2-F65C-0CD71823030B}"/>
          </ac:spMkLst>
        </pc:spChg>
        <pc:spChg chg="add mod">
          <ac:chgData name="Brayand Javier Gómez Plata" userId="c9c1396e-34a9-4a12-912a-8649ffb9a204" providerId="ADAL" clId="{27F4626A-F3D0-4E6C-A104-AEA19FA55BBA}" dt="2026-07-03T16:31:28.809" v="5251" actId="1076"/>
          <ac:spMkLst>
            <pc:docMk/>
            <pc:sldMk cId="0" sldId="275"/>
            <ac:spMk id="74" creationId="{150C7C45-5B09-B14B-A2C8-A4339AB8F31C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77" creationId="{D9F12DA6-E407-E3D8-8A71-D8B0D95954B7}"/>
          </ac:spMkLst>
        </pc:spChg>
        <pc:spChg chg="add mod">
          <ac:chgData name="Brayand Javier Gómez Plata" userId="c9c1396e-34a9-4a12-912a-8649ffb9a204" providerId="ADAL" clId="{27F4626A-F3D0-4E6C-A104-AEA19FA55BBA}" dt="2026-07-03T16:31:12.751" v="5247" actId="1076"/>
          <ac:spMkLst>
            <pc:docMk/>
            <pc:sldMk cId="0" sldId="275"/>
            <ac:spMk id="79" creationId="{1791839A-089F-595C-5BD4-2FCC23F3E000}"/>
          </ac:spMkLst>
        </pc:spChg>
        <pc:spChg chg="add mod">
          <ac:chgData name="Brayand Javier Gómez Plata" userId="c9c1396e-34a9-4a12-912a-8649ffb9a204" providerId="ADAL" clId="{27F4626A-F3D0-4E6C-A104-AEA19FA55BBA}" dt="2026-07-03T16:30:59.501" v="5246" actId="313"/>
          <ac:spMkLst>
            <pc:docMk/>
            <pc:sldMk cId="0" sldId="275"/>
            <ac:spMk id="81" creationId="{BF40451E-8D0A-F124-F654-281BFFDBDDD9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0" sldId="275"/>
            <ac:spMk id="83" creationId="{3DD298AC-56B9-315F-AFA2-6CD340A378BC}"/>
          </ac:spMkLst>
        </pc:spChg>
        <pc:spChg chg="add mod">
          <ac:chgData name="Brayand Javier Gómez Plata" userId="c9c1396e-34a9-4a12-912a-8649ffb9a204" providerId="ADAL" clId="{27F4626A-F3D0-4E6C-A104-AEA19FA55BBA}" dt="2026-07-03T16:30:56.515" v="5245" actId="20577"/>
          <ac:spMkLst>
            <pc:docMk/>
            <pc:sldMk cId="0" sldId="275"/>
            <ac:spMk id="85" creationId="{9529E712-772D-D43C-8055-39D0FAB7705C}"/>
          </ac:spMkLst>
        </pc:spChg>
        <pc:grpChg chg="add mod">
          <ac:chgData name="Brayand Javier Gómez Plata" userId="c9c1396e-34a9-4a12-912a-8649ffb9a204" providerId="ADAL" clId="{27F4626A-F3D0-4E6C-A104-AEA19FA55BBA}" dt="2026-07-03T16:26:55.982" v="4969" actId="1076"/>
          <ac:grpSpMkLst>
            <pc:docMk/>
            <pc:sldMk cId="0" sldId="275"/>
            <ac:grpSpMk id="36" creationId="{F22CDC4A-3EEC-4244-B5BF-D9F8B2C50AE3}"/>
          </ac:grpSpMkLst>
        </pc:grpChg>
        <pc:grpChg chg="add del mod">
          <ac:chgData name="Brayand Javier Gómez Plata" userId="c9c1396e-34a9-4a12-912a-8649ffb9a204" providerId="ADAL" clId="{27F4626A-F3D0-4E6C-A104-AEA19FA55BBA}" dt="2026-07-03T16:21:07.256" v="4932" actId="478"/>
          <ac:grpSpMkLst>
            <pc:docMk/>
            <pc:sldMk cId="0" sldId="275"/>
            <ac:grpSpMk id="37" creationId="{556FEC20-3327-39B5-2535-BDF3FC3BF0E9}"/>
          </ac:grpSpMkLst>
        </pc:grpChg>
        <pc:grpChg chg="add mod">
          <ac:chgData name="Brayand Javier Gómez Plata" userId="c9c1396e-34a9-4a12-912a-8649ffb9a204" providerId="ADAL" clId="{27F4626A-F3D0-4E6C-A104-AEA19FA55BBA}" dt="2026-07-03T16:26:55.982" v="4969" actId="1076"/>
          <ac:grpSpMkLst>
            <pc:docMk/>
            <pc:sldMk cId="0" sldId="275"/>
            <ac:grpSpMk id="53" creationId="{1BCE8BE1-E9AE-04E3-C67D-8A1FDF69452A}"/>
          </ac:grpSpMkLst>
        </pc:grpChg>
        <pc:grpChg chg="add mod">
          <ac:chgData name="Brayand Javier Gómez Plata" userId="c9c1396e-34a9-4a12-912a-8649ffb9a204" providerId="ADAL" clId="{27F4626A-F3D0-4E6C-A104-AEA19FA55BBA}" dt="2026-07-03T16:26:55.982" v="4969" actId="1076"/>
          <ac:grpSpMkLst>
            <pc:docMk/>
            <pc:sldMk cId="0" sldId="275"/>
            <ac:grpSpMk id="64" creationId="{FBCE2B13-1785-47FA-149F-AF566A0804E6}"/>
          </ac:grpSpMkLst>
        </pc:grpChg>
        <pc:grpChg chg="add mod">
          <ac:chgData name="Brayand Javier Gómez Plata" userId="c9c1396e-34a9-4a12-912a-8649ffb9a204" providerId="ADAL" clId="{27F4626A-F3D0-4E6C-A104-AEA19FA55BBA}" dt="2026-07-03T16:26:55.982" v="4969" actId="1076"/>
          <ac:grpSpMkLst>
            <pc:docMk/>
            <pc:sldMk cId="0" sldId="275"/>
            <ac:grpSpMk id="75" creationId="{B2205AB3-82EF-ABF6-F105-CFDA8E8CF35E}"/>
          </ac:grpSpMkLst>
        </pc:grpChg>
        <pc:grpChg chg="add mod">
          <ac:chgData name="Brayand Javier Gómez Plata" userId="c9c1396e-34a9-4a12-912a-8649ffb9a204" providerId="ADAL" clId="{27F4626A-F3D0-4E6C-A104-AEA19FA55BBA}" dt="2026-07-03T16:27:33.851" v="4978" actId="1076"/>
          <ac:grpSpMkLst>
            <pc:docMk/>
            <pc:sldMk cId="0" sldId="275"/>
            <ac:grpSpMk id="86" creationId="{6A55D9AA-4E17-C046-E5BF-06083A44611E}"/>
          </ac:grpSpMkLst>
        </pc:grpChg>
      </pc:sldChg>
      <pc:sldChg chg="addSp delSp modSp add mod">
        <pc:chgData name="Brayand Javier Gómez Plata" userId="c9c1396e-34a9-4a12-912a-8649ffb9a204" providerId="ADAL" clId="{27F4626A-F3D0-4E6C-A104-AEA19FA55BBA}" dt="2026-07-04T16:29:14.651" v="5324" actId="1076"/>
        <pc:sldMkLst>
          <pc:docMk/>
          <pc:sldMk cId="1753996103" sldId="277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3" creationId="{66DE9087-F9CC-26BD-9279-07EFC9A61BFF}"/>
          </ac:spMkLst>
        </pc:spChg>
        <pc:spChg chg="mod">
          <ac:chgData name="Brayand Javier Gómez Plata" userId="c9c1396e-34a9-4a12-912a-8649ffb9a204" providerId="ADAL" clId="{27F4626A-F3D0-4E6C-A104-AEA19FA55BBA}" dt="2026-07-02T19:02:30.816" v="2652" actId="790"/>
          <ac:spMkLst>
            <pc:docMk/>
            <pc:sldMk cId="1753996103" sldId="277"/>
            <ac:spMk id="4" creationId="{589F8CFE-26EC-A88D-4F1E-8E231B6DFECE}"/>
          </ac:spMkLst>
        </pc:spChg>
        <pc:spChg chg="mod">
          <ac:chgData name="Brayand Javier Gómez Plata" userId="c9c1396e-34a9-4a12-912a-8649ffb9a204" providerId="ADAL" clId="{27F4626A-F3D0-4E6C-A104-AEA19FA55BBA}" dt="2026-07-02T21:44:42.374" v="4695" actId="2711"/>
          <ac:spMkLst>
            <pc:docMk/>
            <pc:sldMk cId="1753996103" sldId="277"/>
            <ac:spMk id="5" creationId="{4BC3042E-5E12-CE9D-AAC7-3E637A6EC822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6" creationId="{26820EC0-2736-C2D8-6AFF-75AECB2A27E2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7" creationId="{51D1B282-2C9E-2531-C860-C0C47D3054B4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8" creationId="{5CCE5EAD-AEAB-23EE-AB11-7C6A7406BF22}"/>
          </ac:spMkLst>
        </pc:spChg>
        <pc:spChg chg="mod">
          <ac:chgData name="Brayand Javier Gómez Plata" userId="c9c1396e-34a9-4a12-912a-8649ffb9a204" providerId="ADAL" clId="{27F4626A-F3D0-4E6C-A104-AEA19FA55BBA}" dt="2026-07-02T21:44:42.374" v="4695" actId="2711"/>
          <ac:spMkLst>
            <pc:docMk/>
            <pc:sldMk cId="1753996103" sldId="277"/>
            <ac:spMk id="9" creationId="{2464C4A3-B0E8-87C4-89F5-393256EA744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10" creationId="{E8BADB53-58CE-E4CF-E418-25C47ED422D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11" creationId="{464046E5-7D5F-C1C3-9446-3617537EF29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12" creationId="{CF01F548-9C7D-C450-5C19-C5848561A6C0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1753996103" sldId="277"/>
            <ac:spMk id="13" creationId="{A64BB77A-D26C-2AB7-FE52-7A24204877A5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14" creationId="{004F1164-C638-99E0-0828-BEAC3EF67B3F}"/>
          </ac:spMkLst>
        </pc:spChg>
        <pc:spChg chg="mod">
          <ac:chgData name="Brayand Javier Gómez Plata" userId="c9c1396e-34a9-4a12-912a-8649ffb9a204" providerId="ADAL" clId="{27F4626A-F3D0-4E6C-A104-AEA19FA55BBA}" dt="2026-07-02T21:44:42.374" v="4695" actId="2711"/>
          <ac:spMkLst>
            <pc:docMk/>
            <pc:sldMk cId="1753996103" sldId="277"/>
            <ac:spMk id="15" creationId="{42FDF9FA-20B3-BAAC-6121-59E1DEC42D10}"/>
          </ac:spMkLst>
        </pc:spChg>
        <pc:spChg chg="mod">
          <ac:chgData name="Brayand Javier Gómez Plata" userId="c9c1396e-34a9-4a12-912a-8649ffb9a204" providerId="ADAL" clId="{27F4626A-F3D0-4E6C-A104-AEA19FA55BBA}" dt="2026-07-02T21:44:42.374" v="4695" actId="2711"/>
          <ac:spMkLst>
            <pc:docMk/>
            <pc:sldMk cId="1753996103" sldId="277"/>
            <ac:spMk id="16" creationId="{1A98AFA6-9D5A-586E-DA35-542E91FF55F6}"/>
          </ac:spMkLst>
        </pc:spChg>
        <pc:spChg chg="add del mod">
          <ac:chgData name="Brayand Javier Gómez Plata" userId="c9c1396e-34a9-4a12-912a-8649ffb9a204" providerId="ADAL" clId="{27F4626A-F3D0-4E6C-A104-AEA19FA55BBA}" dt="2026-07-04T16:20:20.739" v="5263" actId="21"/>
          <ac:spMkLst>
            <pc:docMk/>
            <pc:sldMk cId="1753996103" sldId="277"/>
            <ac:spMk id="18" creationId="{695269FD-99AC-6FEB-90CF-C7587CD4A7A3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1753996103" sldId="277"/>
            <ac:spMk id="22" creationId="{9F573566-653C-AFCC-450A-0093839501F3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29" creationId="{7F25799B-F9E8-7598-AEED-5DF4EB347E18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753996103" sldId="277"/>
            <ac:spMk id="33" creationId="{A9848880-97B8-2C9C-AFFD-39F4429EE4D6}"/>
          </ac:spMkLst>
        </pc:spChg>
        <pc:grpChg chg="mod">
          <ac:chgData name="Brayand Javier Gómez Plata" userId="c9c1396e-34a9-4a12-912a-8649ffb9a204" providerId="ADAL" clId="{27F4626A-F3D0-4E6C-A104-AEA19FA55BBA}" dt="2026-07-04T16:29:14.651" v="5324" actId="1076"/>
          <ac:grpSpMkLst>
            <pc:docMk/>
            <pc:sldMk cId="1753996103" sldId="277"/>
            <ac:grpSpMk id="2" creationId="{9679CB3F-E92C-5E21-3B3F-E32B73E75919}"/>
          </ac:grpSpMkLst>
        </pc:grpChg>
        <pc:grpChg chg="mod">
          <ac:chgData name="Brayand Javier Gómez Plata" userId="c9c1396e-34a9-4a12-912a-8649ffb9a204" providerId="ADAL" clId="{27F4626A-F3D0-4E6C-A104-AEA19FA55BBA}" dt="2026-07-02T18:59:22.424" v="2557" actId="14100"/>
          <ac:grpSpMkLst>
            <pc:docMk/>
            <pc:sldMk cId="1753996103" sldId="277"/>
            <ac:grpSpMk id="20" creationId="{9D8BAE04-53A9-BA43-F39E-A20309A6A9D8}"/>
          </ac:grpSpMkLst>
        </pc:grpChg>
        <pc:picChg chg="add">
          <ac:chgData name="Brayand Javier Gómez Plata" userId="c9c1396e-34a9-4a12-912a-8649ffb9a204" providerId="ADAL" clId="{27F4626A-F3D0-4E6C-A104-AEA19FA55BBA}" dt="2026-07-02T20:39:53.821" v="3233" actId="22"/>
          <ac:picMkLst>
            <pc:docMk/>
            <pc:sldMk cId="1753996103" sldId="277"/>
            <ac:picMk id="24" creationId="{9BE56289-C62E-9210-B44B-068ED9F6DEE6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4T16:29:20.500" v="5325" actId="1076"/>
        <pc:sldMkLst>
          <pc:docMk/>
          <pc:sldMk cId="1676381019" sldId="278"/>
        </pc:sldMkLst>
        <pc:spChg chg="add del">
          <ac:chgData name="Brayand Javier Gómez Plata" userId="c9c1396e-34a9-4a12-912a-8649ffb9a204" providerId="ADAL" clId="{27F4626A-F3D0-4E6C-A104-AEA19FA55BBA}" dt="2026-07-04T16:21:06.219" v="5275" actId="21"/>
          <ac:spMkLst>
            <pc:docMk/>
            <pc:sldMk cId="1676381019" sldId="278"/>
            <ac:spMk id="3" creationId="{06C1CB6F-C849-F55C-C14C-3C3201F30633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1676381019" sldId="278"/>
            <ac:spMk id="4" creationId="{076B52C9-BAA3-BFDD-28D9-DC83E113FC6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7" creationId="{DDE7EFE9-91C5-4377-418B-04E2C1A9DB2F}"/>
          </ac:spMkLst>
        </pc:spChg>
        <pc:spChg chg="mod">
          <ac:chgData name="Brayand Javier Gómez Plata" userId="c9c1396e-34a9-4a12-912a-8649ffb9a204" providerId="ADAL" clId="{27F4626A-F3D0-4E6C-A104-AEA19FA55BBA}" dt="2026-07-02T21:44:49.568" v="4696" actId="2711"/>
          <ac:spMkLst>
            <pc:docMk/>
            <pc:sldMk cId="1676381019" sldId="278"/>
            <ac:spMk id="17" creationId="{19061A2A-9C62-B8FC-9AAD-A2EE5FB9776D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23" creationId="{78DE7E4C-73A5-3853-20A8-FC2F8F404B5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26" creationId="{71B78833-9F4A-5FAC-C0D3-8380EEB28ACD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27" creationId="{F2536808-2E6D-785E-8059-11AAA321524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32" creationId="{B9364D2C-96D6-BDD8-40AA-5A8EA8582302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37" creationId="{6880082A-E9BC-9746-23AF-87C2E98E2369}"/>
          </ac:spMkLst>
        </pc:spChg>
        <pc:spChg chg="mod">
          <ac:chgData name="Brayand Javier Gómez Plata" userId="c9c1396e-34a9-4a12-912a-8649ffb9a204" providerId="ADAL" clId="{27F4626A-F3D0-4E6C-A104-AEA19FA55BBA}" dt="2026-07-02T21:44:49.568" v="4696" actId="2711"/>
          <ac:spMkLst>
            <pc:docMk/>
            <pc:sldMk cId="1676381019" sldId="278"/>
            <ac:spMk id="38" creationId="{8366EC77-9DDF-1AFD-D138-3B76407D0F79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50" creationId="{54982850-F5E9-9A1B-293F-142EB3C12928}"/>
          </ac:spMkLst>
        </pc:spChg>
        <pc:spChg chg="mod">
          <ac:chgData name="Brayand Javier Gómez Plata" userId="c9c1396e-34a9-4a12-912a-8649ffb9a204" providerId="ADAL" clId="{27F4626A-F3D0-4E6C-A104-AEA19FA55BBA}" dt="2026-07-02T21:44:49.568" v="4696" actId="2711"/>
          <ac:spMkLst>
            <pc:docMk/>
            <pc:sldMk cId="1676381019" sldId="278"/>
            <ac:spMk id="56" creationId="{59B4CD3D-C879-2BC0-D277-62B0AB95230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58" creationId="{179BFB8A-8DA8-5299-E3DA-902B35C8977D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60" creationId="{A1BC1D65-16E3-22DD-6D81-A78427DAE858}"/>
          </ac:spMkLst>
        </pc:spChg>
        <pc:spChg chg="mod">
          <ac:chgData name="Brayand Javier Gómez Plata" userId="c9c1396e-34a9-4a12-912a-8649ffb9a204" providerId="ADAL" clId="{27F4626A-F3D0-4E6C-A104-AEA19FA55BBA}" dt="2026-07-02T21:44:49.568" v="4696" actId="2711"/>
          <ac:spMkLst>
            <pc:docMk/>
            <pc:sldMk cId="1676381019" sldId="278"/>
            <ac:spMk id="62" creationId="{B8501E68-89F6-668A-E9BC-730D0ECEE767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676381019" sldId="278"/>
            <ac:spMk id="64" creationId="{B59692E9-0237-8B1F-9976-FD9EF208046A}"/>
          </ac:spMkLst>
        </pc:spChg>
        <pc:spChg chg="mod">
          <ac:chgData name="Brayand Javier Gómez Plata" userId="c9c1396e-34a9-4a12-912a-8649ffb9a204" providerId="ADAL" clId="{27F4626A-F3D0-4E6C-A104-AEA19FA55BBA}" dt="2026-07-02T20:05:38.637" v="2821" actId="20577"/>
          <ac:spMkLst>
            <pc:docMk/>
            <pc:sldMk cId="1676381019" sldId="278"/>
            <ac:spMk id="66" creationId="{A3D08185-B016-2940-AFB0-1FC86948796B}"/>
          </ac:spMkLst>
        </pc:spChg>
        <pc:grpChg chg="mod">
          <ac:chgData name="Brayand Javier Gómez Plata" userId="c9c1396e-34a9-4a12-912a-8649ffb9a204" providerId="ADAL" clId="{27F4626A-F3D0-4E6C-A104-AEA19FA55BBA}" dt="2026-07-04T16:29:20.500" v="5325" actId="1076"/>
          <ac:grpSpMkLst>
            <pc:docMk/>
            <pc:sldMk cId="1676381019" sldId="278"/>
            <ac:grpSpMk id="67" creationId="{661294F4-5B20-ECFA-96FA-0B9D90BB7399}"/>
          </ac:grpSpMkLst>
        </pc:grpChg>
        <pc:picChg chg="add ord">
          <ac:chgData name="Brayand Javier Gómez Plata" userId="c9c1396e-34a9-4a12-912a-8649ffb9a204" providerId="ADAL" clId="{27F4626A-F3D0-4E6C-A104-AEA19FA55BBA}" dt="2026-07-02T19:07:41.145" v="2769" actId="167"/>
          <ac:picMkLst>
            <pc:docMk/>
            <pc:sldMk cId="1676381019" sldId="278"/>
            <ac:picMk id="43" creationId="{476F1985-BB8E-3999-9FDB-8F7CDC5D61E7}"/>
          </ac:picMkLst>
        </pc:picChg>
        <pc:picChg chg="add">
          <ac:chgData name="Brayand Javier Gómez Plata" userId="c9c1396e-34a9-4a12-912a-8649ffb9a204" providerId="ADAL" clId="{27F4626A-F3D0-4E6C-A104-AEA19FA55BBA}" dt="2026-07-02T20:40:01.452" v="3235" actId="22"/>
          <ac:picMkLst>
            <pc:docMk/>
            <pc:sldMk cId="1676381019" sldId="278"/>
            <ac:picMk id="51" creationId="{9B8A1B35-43C2-45EB-9E90-3369EEAE32ED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4T16:29:09.348" v="5323" actId="1076"/>
        <pc:sldMkLst>
          <pc:docMk/>
          <pc:sldMk cId="1313839407" sldId="279"/>
        </pc:sldMkLst>
        <pc:spChg chg="add del">
          <ac:chgData name="Brayand Javier Gómez Plata" userId="c9c1396e-34a9-4a12-912a-8649ffb9a204" providerId="ADAL" clId="{27F4626A-F3D0-4E6C-A104-AEA19FA55BBA}" dt="2026-07-04T16:20:34.178" v="5269" actId="21"/>
          <ac:spMkLst>
            <pc:docMk/>
            <pc:sldMk cId="1313839407" sldId="279"/>
            <ac:spMk id="3" creationId="{20D217BA-E376-33EE-5202-6C0934C3F339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22" creationId="{39B511DC-8DA6-FF10-70F8-9670DF53EC1B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1313839407" sldId="279"/>
            <ac:spMk id="29" creationId="{CA728092-4B20-3E1E-77C1-10EF44D280A4}"/>
          </ac:spMkLst>
        </pc:spChg>
        <pc:spChg chg="mod">
          <ac:chgData name="Brayand Javier Gómez Plata" userId="c9c1396e-34a9-4a12-912a-8649ffb9a204" providerId="ADAL" clId="{27F4626A-F3D0-4E6C-A104-AEA19FA55BBA}" dt="2026-07-02T21:44:26.542" v="4692" actId="2711"/>
          <ac:spMkLst>
            <pc:docMk/>
            <pc:sldMk cId="1313839407" sldId="279"/>
            <ac:spMk id="61" creationId="{F0781ED2-E7A4-E6F4-E8C8-BBF7057089A9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62" creationId="{5130BFE8-325A-910F-DE29-488EC202AEB3}"/>
          </ac:spMkLst>
        </pc:spChg>
        <pc:spChg chg="mod">
          <ac:chgData name="Brayand Javier Gómez Plata" userId="c9c1396e-34a9-4a12-912a-8649ffb9a204" providerId="ADAL" clId="{27F4626A-F3D0-4E6C-A104-AEA19FA55BBA}" dt="2026-07-02T21:44:26.542" v="4692" actId="2711"/>
          <ac:spMkLst>
            <pc:docMk/>
            <pc:sldMk cId="1313839407" sldId="279"/>
            <ac:spMk id="63" creationId="{035E4DE7-A338-98B1-7F4D-20A9666ABDA5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65" creationId="{9B96A2B7-13B8-80A5-BBA0-316C704AD829}"/>
          </ac:spMkLst>
        </pc:spChg>
        <pc:spChg chg="mod">
          <ac:chgData name="Brayand Javier Gómez Plata" userId="c9c1396e-34a9-4a12-912a-8649ffb9a204" providerId="ADAL" clId="{27F4626A-F3D0-4E6C-A104-AEA19FA55BBA}" dt="2026-07-02T21:44:26.542" v="4692" actId="2711"/>
          <ac:spMkLst>
            <pc:docMk/>
            <pc:sldMk cId="1313839407" sldId="279"/>
            <ac:spMk id="66" creationId="{72FE7A0C-A013-6A71-5AF7-C978C00525D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67" creationId="{4A7EBAD4-8D80-3EFF-18A2-78AE9102B13D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68" creationId="{6B303CE7-A711-DD07-FBC7-341A9956DA1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69" creationId="{61C21661-8EF3-CDD2-3F1F-9845481FB225}"/>
          </ac:spMkLst>
        </pc:spChg>
        <pc:spChg chg="mod">
          <ac:chgData name="Brayand Javier Gómez Plata" userId="c9c1396e-34a9-4a12-912a-8649ffb9a204" providerId="ADAL" clId="{27F4626A-F3D0-4E6C-A104-AEA19FA55BBA}" dt="2026-07-02T21:44:26.542" v="4692" actId="2711"/>
          <ac:spMkLst>
            <pc:docMk/>
            <pc:sldMk cId="1313839407" sldId="279"/>
            <ac:spMk id="70" creationId="{8AD6802D-2C3A-EE42-C345-859D349CC43B}"/>
          </ac:spMkLst>
        </pc:spChg>
        <pc:spChg chg="mod">
          <ac:chgData name="Brayand Javier Gómez Plata" userId="c9c1396e-34a9-4a12-912a-8649ffb9a204" providerId="ADAL" clId="{27F4626A-F3D0-4E6C-A104-AEA19FA55BBA}" dt="2026-07-02T21:44:26.542" v="4692" actId="2711"/>
          <ac:spMkLst>
            <pc:docMk/>
            <pc:sldMk cId="1313839407" sldId="279"/>
            <ac:spMk id="71" creationId="{9278720E-FCC4-E801-E2C6-9AFBAA8B815C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1313839407" sldId="279"/>
            <ac:spMk id="74" creationId="{79D06997-B058-A3A6-0CC2-6364F542D51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75" creationId="{9A92CFBE-689F-A199-4253-10072A6B957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76" creationId="{36603972-5CAD-8FD8-47A4-242197569E4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78" creationId="{FDFF4C4C-F2E1-F474-0DAD-D1FD9A94F2E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313839407" sldId="279"/>
            <ac:spMk id="79" creationId="{1D2A7D11-FF7D-BDE4-B8BD-B818C6D344C3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1313839407" sldId="279"/>
            <ac:spMk id="80" creationId="{81616BCB-DF0C-316D-1843-ACF06D828178}"/>
          </ac:spMkLst>
        </pc:spChg>
        <pc:grpChg chg="mod">
          <ac:chgData name="Brayand Javier Gómez Plata" userId="c9c1396e-34a9-4a12-912a-8649ffb9a204" providerId="ADAL" clId="{27F4626A-F3D0-4E6C-A104-AEA19FA55BBA}" dt="2026-07-04T16:29:09.348" v="5323" actId="1076"/>
          <ac:grpSpMkLst>
            <pc:docMk/>
            <pc:sldMk cId="1313839407" sldId="279"/>
            <ac:grpSpMk id="60" creationId="{6D9B70D1-6611-6E7A-F9E4-96D923D8108B}"/>
          </ac:grpSpMkLst>
        </pc:grpChg>
        <pc:picChg chg="add">
          <ac:chgData name="Brayand Javier Gómez Plata" userId="c9c1396e-34a9-4a12-912a-8649ffb9a204" providerId="ADAL" clId="{27F4626A-F3D0-4E6C-A104-AEA19FA55BBA}" dt="2026-07-02T20:39:45.749" v="3231" actId="22"/>
          <ac:picMkLst>
            <pc:docMk/>
            <pc:sldMk cId="1313839407" sldId="279"/>
            <ac:picMk id="5" creationId="{108A0D2A-1FE7-A5C4-7ECC-8D922103D2F9}"/>
          </ac:picMkLst>
        </pc:picChg>
        <pc:picChg chg="mod">
          <ac:chgData name="Brayand Javier Gómez Plata" userId="c9c1396e-34a9-4a12-912a-8649ffb9a204" providerId="ADAL" clId="{27F4626A-F3D0-4E6C-A104-AEA19FA55BBA}" dt="2026-07-04T16:20:28.251" v="5267" actId="1076"/>
          <ac:picMkLst>
            <pc:docMk/>
            <pc:sldMk cId="1313839407" sldId="279"/>
            <ac:picMk id="19" creationId="{92DDF9BD-4F55-F61C-41B9-817077D05C05}"/>
          </ac:picMkLst>
        </pc:picChg>
      </pc:sldChg>
      <pc:sldChg chg="addSp delSp modSp add mod ord">
        <pc:chgData name="Brayand Javier Gómez Plata" userId="c9c1396e-34a9-4a12-912a-8649ffb9a204" providerId="ADAL" clId="{27F4626A-F3D0-4E6C-A104-AEA19FA55BBA}" dt="2026-07-04T16:24:26.991" v="5317" actId="22"/>
        <pc:sldMkLst>
          <pc:docMk/>
          <pc:sldMk cId="1486866337" sldId="280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486866337" sldId="280"/>
            <ac:spMk id="4" creationId="{F395F823-4998-FF30-98C4-C3F4CBE49122}"/>
          </ac:spMkLst>
        </pc:spChg>
        <pc:spChg chg="add del">
          <ac:chgData name="Brayand Javier Gómez Plata" userId="c9c1396e-34a9-4a12-912a-8649ffb9a204" providerId="ADAL" clId="{27F4626A-F3D0-4E6C-A104-AEA19FA55BBA}" dt="2026-07-04T16:24:26.991" v="5317" actId="22"/>
          <ac:spMkLst>
            <pc:docMk/>
            <pc:sldMk cId="1486866337" sldId="280"/>
            <ac:spMk id="5" creationId="{DB890804-6B22-7E47-9F52-6DB63CA6D31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486866337" sldId="280"/>
            <ac:spMk id="7" creationId="{A97CA187-8888-B04A-23E5-0257C6F94CE6}"/>
          </ac:spMkLst>
        </pc:spChg>
        <pc:picChg chg="add mod">
          <ac:chgData name="Brayand Javier Gómez Plata" userId="c9c1396e-34a9-4a12-912a-8649ffb9a204" providerId="ADAL" clId="{27F4626A-F3D0-4E6C-A104-AEA19FA55BBA}" dt="2026-07-04T16:24:26.774" v="5316" actId="14100"/>
          <ac:picMkLst>
            <pc:docMk/>
            <pc:sldMk cId="1486866337" sldId="280"/>
            <ac:picMk id="3" creationId="{6453A2D2-D340-13D9-40C6-D7927FB469AF}"/>
          </ac:picMkLst>
        </pc:picChg>
        <pc:picChg chg="add mod ord">
          <ac:chgData name="Brayand Javier Gómez Plata" userId="c9c1396e-34a9-4a12-912a-8649ffb9a204" providerId="ADAL" clId="{27F4626A-F3D0-4E6C-A104-AEA19FA55BBA}" dt="2026-07-02T20:40:27.327" v="3244" actId="14100"/>
          <ac:picMkLst>
            <pc:docMk/>
            <pc:sldMk cId="1486866337" sldId="280"/>
            <ac:picMk id="105" creationId="{ECD70219-7A2B-AE3A-D0AA-88BC351931B5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4T16:29:24.468" v="5326" actId="1076"/>
        <pc:sldMkLst>
          <pc:docMk/>
          <pc:sldMk cId="3571458388" sldId="281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3" creationId="{EAF28A0E-24B4-14BD-66EE-3593C0464AEB}"/>
          </ac:spMkLst>
        </pc:spChg>
        <pc:spChg chg="mod">
          <ac:chgData name="Brayand Javier Gómez Plata" userId="c9c1396e-34a9-4a12-912a-8649ffb9a204" providerId="ADAL" clId="{27F4626A-F3D0-4E6C-A104-AEA19FA55BBA}" dt="2026-07-02T20:10:17.071" v="2918" actId="20577"/>
          <ac:spMkLst>
            <pc:docMk/>
            <pc:sldMk cId="3571458388" sldId="281"/>
            <ac:spMk id="4" creationId="{1A993AB3-0838-E7F0-3A18-50B23EE96BC1}"/>
          </ac:spMkLst>
        </pc:spChg>
        <pc:spChg chg="add del">
          <ac:chgData name="Brayand Javier Gómez Plata" userId="c9c1396e-34a9-4a12-912a-8649ffb9a204" providerId="ADAL" clId="{27F4626A-F3D0-4E6C-A104-AEA19FA55BBA}" dt="2026-07-04T16:24:31.189" v="5320" actId="478"/>
          <ac:spMkLst>
            <pc:docMk/>
            <pc:sldMk cId="3571458388" sldId="281"/>
            <ac:spMk id="5" creationId="{D8B5BD7A-5F28-DC27-BA17-82AE12C2ED1F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9" creationId="{94C66FE8-293B-BC5E-E703-1D04D81E2273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15" creationId="{5205EDAA-8FEA-F566-E41A-44E8D4A33CE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21" creationId="{F3A6BAA0-8B88-5A1E-40DB-FC55759E034F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29" creationId="{F27C62DC-3480-79DA-C98D-A593F906D7E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41" creationId="{A0DBFA6A-C915-12F3-23C5-FF231F38C162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49" creationId="{3DFDEFA3-E7A2-46FF-2D1A-972DDEE5400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57" creationId="{EB7DAEDA-499F-E114-1F4B-D38C52EA5C6B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61" creationId="{CE9E4E40-31CE-B7A9-C726-796B4C92E45B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65" creationId="{5C680517-4179-C64F-86CB-0338AB1E6100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69" creationId="{380C4CFC-91FD-E4DC-F1A7-AE0E9550A1E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71" creationId="{A5AB539E-3B99-BA1B-15A7-4C8573D14C8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73" creationId="{948AD210-5543-4776-6683-170D86903584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85" creationId="{CB288862-9C00-B35A-65FE-ED7BEE76A150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87" creationId="{83CBC1DD-D46C-6728-B87B-E1374263D31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89" creationId="{91381D24-D175-BCDB-54D9-7BCB38E88E88}"/>
          </ac:spMkLst>
        </pc:spChg>
        <pc:spChg chg="add mod">
          <ac:chgData name="Brayand Javier Gómez Plata" userId="c9c1396e-34a9-4a12-912a-8649ffb9a204" providerId="ADAL" clId="{27F4626A-F3D0-4E6C-A104-AEA19FA55BBA}" dt="2026-07-02T21:44:58.160" v="4697" actId="2711"/>
          <ac:spMkLst>
            <pc:docMk/>
            <pc:sldMk cId="3571458388" sldId="281"/>
            <ac:spMk id="91" creationId="{71E7F64D-B386-1EB0-581E-2FFBA29AFDB7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71458388" sldId="281"/>
            <ac:spMk id="97" creationId="{5C4414F5-BB69-B250-048A-4729642AD30D}"/>
          </ac:spMkLst>
        </pc:spChg>
        <pc:grpChg chg="mod">
          <ac:chgData name="Brayand Javier Gómez Plata" userId="c9c1396e-34a9-4a12-912a-8649ffb9a204" providerId="ADAL" clId="{27F4626A-F3D0-4E6C-A104-AEA19FA55BBA}" dt="2026-07-04T16:29:24.468" v="5326" actId="1076"/>
          <ac:grpSpMkLst>
            <pc:docMk/>
            <pc:sldMk cId="3571458388" sldId="281"/>
            <ac:grpSpMk id="102" creationId="{2ACADB14-BB10-32ED-53F3-810E6D39F20F}"/>
          </ac:grpSpMkLst>
        </pc:grpChg>
        <pc:picChg chg="add">
          <ac:chgData name="Brayand Javier Gómez Plata" userId="c9c1396e-34a9-4a12-912a-8649ffb9a204" providerId="ADAL" clId="{27F4626A-F3D0-4E6C-A104-AEA19FA55BBA}" dt="2026-07-02T20:40:07.701" v="3237" actId="22"/>
          <ac:picMkLst>
            <pc:docMk/>
            <pc:sldMk cId="3571458388" sldId="281"/>
            <ac:picMk id="104" creationId="{5169980F-61D1-8879-4E43-C24749ACD4B6}"/>
          </ac:picMkLst>
        </pc:picChg>
      </pc:sldChg>
      <pc:sldChg chg="addSp delSp modSp add mod setBg">
        <pc:chgData name="Brayand Javier Gómez Plata" userId="c9c1396e-34a9-4a12-912a-8649ffb9a204" providerId="ADAL" clId="{27F4626A-F3D0-4E6C-A104-AEA19FA55BBA}" dt="2026-07-04T16:24:25.935" v="5313" actId="22"/>
        <pc:sldMkLst>
          <pc:docMk/>
          <pc:sldMk cId="3604946481" sldId="282"/>
        </pc:sldMkLst>
        <pc:spChg chg="add del">
          <ac:chgData name="Brayand Javier Gómez Plata" userId="c9c1396e-34a9-4a12-912a-8649ffb9a204" providerId="ADAL" clId="{27F4626A-F3D0-4E6C-A104-AEA19FA55BBA}" dt="2026-07-04T16:24:25.935" v="5313" actId="22"/>
          <ac:spMkLst>
            <pc:docMk/>
            <pc:sldMk cId="3604946481" sldId="282"/>
            <ac:spMk id="3" creationId="{58A64104-79EB-36CD-232B-6E1C8959613F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3604946481" sldId="282"/>
            <ac:spMk id="4" creationId="{3AA9D898-D8B2-B4C6-12F5-C57A7242782A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14" creationId="{03B66E90-D235-B70C-ECC4-07518656CE59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24" creationId="{A841C6AC-1F38-3E55-A12E-074B652EAC7D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30" creationId="{17BE2ADE-A2D3-5141-4B33-C14F0ACE953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34" creationId="{12F92985-26B5-438F-261B-D5524558976D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36" creationId="{C1E3EF8A-5112-483E-A06E-10C76F500D0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40" creationId="{B2E027A8-6829-897C-F68E-BC05134B61EE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45" creationId="{4B5A795C-C3F4-C5C3-B9A6-52616B6CE860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52" creationId="{65C91A14-CCA1-CA4D-70B1-7D2F20634080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62" creationId="{36529788-504C-E419-C392-D6C0B44F4B6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64" creationId="{2DFF5689-2148-85D4-4855-5407891D745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68" creationId="{8B432595-5CEA-A9B7-F3E5-0C1FEE602E75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82" creationId="{100DC705-4C25-B3A3-DA45-61F8C28EB9FA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86" creationId="{3A71D912-9362-B26D-97D4-E53B88540801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92" creationId="{9DEA3AE6-FD69-80F8-4BF3-73F8657723E7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100" creationId="{7B4F365B-2424-62CB-C263-90465F98CE55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102" creationId="{144785F5-42CA-BBDD-D6E3-6272D6F01996}"/>
          </ac:spMkLst>
        </pc:spChg>
        <pc:spChg chg="add mod">
          <ac:chgData name="Brayand Javier Gómez Plata" userId="c9c1396e-34a9-4a12-912a-8649ffb9a204" providerId="ADAL" clId="{27F4626A-F3D0-4E6C-A104-AEA19FA55BBA}" dt="2026-07-02T21:45:16.651" v="4698" actId="2711"/>
          <ac:spMkLst>
            <pc:docMk/>
            <pc:sldMk cId="3604946481" sldId="282"/>
            <ac:spMk id="104" creationId="{8BEF396C-BD5F-1C24-3529-4C024E5AE6E0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04946481" sldId="282"/>
            <ac:spMk id="108" creationId="{9A9440D3-0CB8-F1C8-D03F-4EEDB808EDB9}"/>
          </ac:spMkLst>
        </pc:spChg>
        <pc:picChg chg="add mod">
          <ac:chgData name="Brayand Javier Gómez Plata" userId="c9c1396e-34a9-4a12-912a-8649ffb9a204" providerId="ADAL" clId="{27F4626A-F3D0-4E6C-A104-AEA19FA55BBA}" dt="2026-07-02T20:40:35.064" v="3247" actId="14100"/>
          <ac:picMkLst>
            <pc:docMk/>
            <pc:sldMk cId="3604946481" sldId="282"/>
            <ac:picMk id="120" creationId="{6640CBC0-7AAF-1B77-3605-0A126A32BB96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4T16:24:25.566" v="5311" actId="22"/>
        <pc:sldMkLst>
          <pc:docMk/>
          <pc:sldMk cId="3843665657" sldId="283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4" creationId="{85EE39A7-DFFB-73B8-F1DA-29986939A6FB}"/>
          </ac:spMkLst>
        </pc:spChg>
        <pc:spChg chg="add del">
          <ac:chgData name="Brayand Javier Gómez Plata" userId="c9c1396e-34a9-4a12-912a-8649ffb9a204" providerId="ADAL" clId="{27F4626A-F3D0-4E6C-A104-AEA19FA55BBA}" dt="2026-07-04T16:24:25.566" v="5311" actId="22"/>
          <ac:spMkLst>
            <pc:docMk/>
            <pc:sldMk cId="3843665657" sldId="283"/>
            <ac:spMk id="5" creationId="{373AA4FA-AD24-5E53-847F-422DD871B57C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3843665657" sldId="283"/>
            <ac:spMk id="7" creationId="{7DD76DA0-439B-C421-0A35-6E793AE482B5}"/>
          </ac:spMkLst>
        </pc:spChg>
        <pc:spChg chg="add mod">
          <ac:chgData name="Brayand Javier Gómez Plata" userId="c9c1396e-34a9-4a12-912a-8649ffb9a204" providerId="ADAL" clId="{27F4626A-F3D0-4E6C-A104-AEA19FA55BBA}" dt="2026-07-02T21:45:25.577" v="4699" actId="2711"/>
          <ac:spMkLst>
            <pc:docMk/>
            <pc:sldMk cId="3843665657" sldId="283"/>
            <ac:spMk id="9" creationId="{54718FBC-A3F4-EEEE-56D4-6265FC1B85A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13" creationId="{0B466759-B13C-69F5-75EA-BDEAB4A35647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25" creationId="{8E9E6329-00A7-E111-E5DD-12B15A4E9360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29" creationId="{B6592662-4AF1-A995-C8D2-B61395318248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33" creationId="{872649B0-A3C6-7670-57EE-4124B4C2D72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37" creationId="{16B1CD61-8FA4-CDCB-F992-4F39CFA0D1CA}"/>
          </ac:spMkLst>
        </pc:spChg>
        <pc:spChg chg="add mod">
          <ac:chgData name="Brayand Javier Gómez Plata" userId="c9c1396e-34a9-4a12-912a-8649ffb9a204" providerId="ADAL" clId="{27F4626A-F3D0-4E6C-A104-AEA19FA55BBA}" dt="2026-07-02T21:45:25.577" v="4699" actId="2711"/>
          <ac:spMkLst>
            <pc:docMk/>
            <pc:sldMk cId="3843665657" sldId="283"/>
            <ac:spMk id="46" creationId="{D4A78D5C-3745-E411-05EE-5977691AAAB8}"/>
          </ac:spMkLst>
        </pc:spChg>
        <pc:spChg chg="add mod">
          <ac:chgData name="Brayand Javier Gómez Plata" userId="c9c1396e-34a9-4a12-912a-8649ffb9a204" providerId="ADAL" clId="{27F4626A-F3D0-4E6C-A104-AEA19FA55BBA}" dt="2026-07-02T21:45:25.577" v="4699" actId="2711"/>
          <ac:spMkLst>
            <pc:docMk/>
            <pc:sldMk cId="3843665657" sldId="283"/>
            <ac:spMk id="51" creationId="{B9C7AF4B-2ADA-9566-6D07-6E2619D895E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59" creationId="{3259C946-13C9-9CFF-720D-0376B3575D2D}"/>
          </ac:spMkLst>
        </pc:spChg>
        <pc:spChg chg="add mod">
          <ac:chgData name="Brayand Javier Gómez Plata" userId="c9c1396e-34a9-4a12-912a-8649ffb9a204" providerId="ADAL" clId="{27F4626A-F3D0-4E6C-A104-AEA19FA55BBA}" dt="2026-07-02T21:45:25.577" v="4699" actId="2711"/>
          <ac:spMkLst>
            <pc:docMk/>
            <pc:sldMk cId="3843665657" sldId="283"/>
            <ac:spMk id="71" creationId="{3DDC1D9A-3D12-B4CC-C3EE-03086B996C7E}"/>
          </ac:spMkLst>
        </pc:spChg>
        <pc:spChg chg="add mod">
          <ac:chgData name="Brayand Javier Gómez Plata" userId="c9c1396e-34a9-4a12-912a-8649ffb9a204" providerId="ADAL" clId="{27F4626A-F3D0-4E6C-A104-AEA19FA55BBA}" dt="2026-07-02T21:45:25.577" v="4699" actId="2711"/>
          <ac:spMkLst>
            <pc:docMk/>
            <pc:sldMk cId="3843665657" sldId="283"/>
            <ac:spMk id="75" creationId="{A1F979BB-BEAA-8096-0E23-0E0A7B967615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83" creationId="{7E7575B6-E00C-DC46-6351-1A29CD72F32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87" creationId="{F2232AE2-583C-94B5-A7A0-3903BE53EB1A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843665657" sldId="283"/>
            <ac:spMk id="91" creationId="{63A071B2-944A-DB4A-F39F-EBF457C7F4E5}"/>
          </ac:spMkLst>
        </pc:spChg>
        <pc:grpChg chg="add del mod">
          <ac:chgData name="Brayand Javier Gómez Plata" userId="c9c1396e-34a9-4a12-912a-8649ffb9a204" providerId="ADAL" clId="{27F4626A-F3D0-4E6C-A104-AEA19FA55BBA}" dt="2026-07-04T16:24:25.350" v="5310" actId="14100"/>
          <ac:grpSpMkLst>
            <pc:docMk/>
            <pc:sldMk cId="3843665657" sldId="283"/>
            <ac:grpSpMk id="93" creationId="{3F828FAD-9A38-14E1-4306-F72312C2FE20}"/>
          </ac:grpSpMkLst>
        </pc:grpChg>
        <pc:picChg chg="add mod">
          <ac:chgData name="Brayand Javier Gómez Plata" userId="c9c1396e-34a9-4a12-912a-8649ffb9a204" providerId="ADAL" clId="{27F4626A-F3D0-4E6C-A104-AEA19FA55BBA}" dt="2026-07-02T20:40:42.168" v="3250" actId="14100"/>
          <ac:picMkLst>
            <pc:docMk/>
            <pc:sldMk cId="3843665657" sldId="283"/>
            <ac:picMk id="97" creationId="{52AAC120-AB73-F51F-9A1E-85DF6A9BF8EB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3501139544" sldId="284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4" creationId="{232D6C03-27D3-A8BE-92C8-F133DD494179}"/>
          </ac:spMkLst>
        </pc:spChg>
        <pc:spChg chg="add mod">
          <ac:chgData name="Brayand Javier Gómez Plata" userId="c9c1396e-34a9-4a12-912a-8649ffb9a204" providerId="ADAL" clId="{27F4626A-F3D0-4E6C-A104-AEA19FA55BBA}" dt="2026-07-02T21:45:37.037" v="4700" actId="2711"/>
          <ac:spMkLst>
            <pc:docMk/>
            <pc:sldMk cId="3501139544" sldId="284"/>
            <ac:spMk id="5" creationId="{39D4D73F-DABE-92F4-35DF-B179EDBE9997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3501139544" sldId="284"/>
            <ac:spMk id="7" creationId="{12B74FF0-29D0-83B7-8D52-31461CD3BECD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8" creationId="{3E4E8677-5834-9A8D-8AD5-6A7B2B1AEA0E}"/>
          </ac:spMkLst>
        </pc:spChg>
        <pc:spChg chg="add mod">
          <ac:chgData name="Brayand Javier Gómez Plata" userId="c9c1396e-34a9-4a12-912a-8649ffb9a204" providerId="ADAL" clId="{27F4626A-F3D0-4E6C-A104-AEA19FA55BBA}" dt="2026-07-02T21:45:37.037" v="4700" actId="2711"/>
          <ac:spMkLst>
            <pc:docMk/>
            <pc:sldMk cId="3501139544" sldId="284"/>
            <ac:spMk id="11" creationId="{689E1A56-7283-05DC-EFFC-66B212456E0C}"/>
          </ac:spMkLst>
        </pc:spChg>
        <pc:spChg chg="add mod">
          <ac:chgData name="Brayand Javier Gómez Plata" userId="c9c1396e-34a9-4a12-912a-8649ffb9a204" providerId="ADAL" clId="{27F4626A-F3D0-4E6C-A104-AEA19FA55BBA}" dt="2026-07-02T21:45:37.037" v="4700" actId="2711"/>
          <ac:spMkLst>
            <pc:docMk/>
            <pc:sldMk cId="3501139544" sldId="284"/>
            <ac:spMk id="16" creationId="{25A6F890-65FF-FD6A-5ADD-37BB48410E4C}"/>
          </ac:spMkLst>
        </pc:spChg>
        <pc:spChg chg="add mod">
          <ac:chgData name="Brayand Javier Gómez Plata" userId="c9c1396e-34a9-4a12-912a-8649ffb9a204" providerId="ADAL" clId="{27F4626A-F3D0-4E6C-A104-AEA19FA55BBA}" dt="2026-07-02T21:45:37.037" v="4700" actId="2711"/>
          <ac:spMkLst>
            <pc:docMk/>
            <pc:sldMk cId="3501139544" sldId="284"/>
            <ac:spMk id="19" creationId="{24E728EE-5236-FADC-7220-2C5F533AE84F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22" creationId="{FD5D5FE5-571F-B9BF-AA67-DF151AEB0D74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24" creationId="{790ACF57-8115-DC8F-C2D8-03F4D9DDF966}"/>
          </ac:spMkLst>
        </pc:spChg>
        <pc:spChg chg="add mod">
          <ac:chgData name="Brayand Javier Gómez Plata" userId="c9c1396e-34a9-4a12-912a-8649ffb9a204" providerId="ADAL" clId="{27F4626A-F3D0-4E6C-A104-AEA19FA55BBA}" dt="2026-07-02T21:45:37.037" v="4700" actId="2711"/>
          <ac:spMkLst>
            <pc:docMk/>
            <pc:sldMk cId="3501139544" sldId="284"/>
            <ac:spMk id="27" creationId="{135C54CE-6744-8B63-E186-02BF60BD77F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30" creationId="{5399D18A-35CB-29B1-84B5-DD878DC91917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35" creationId="{BDC30A75-E0E1-59D3-D072-19C5D0A81B3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44" creationId="{D3F8A9F7-F254-238D-37F6-6C244D82CA4A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48" creationId="{39E45B5C-6969-FA53-DDB3-FCF8C32E4B79}"/>
          </ac:spMkLst>
        </pc:spChg>
        <pc:spChg chg="add mod">
          <ac:chgData name="Brayand Javier Gómez Plata" userId="c9c1396e-34a9-4a12-912a-8649ffb9a204" providerId="ADAL" clId="{27F4626A-F3D0-4E6C-A104-AEA19FA55BBA}" dt="2026-07-02T21:45:37.037" v="4700" actId="2711"/>
          <ac:spMkLst>
            <pc:docMk/>
            <pc:sldMk cId="3501139544" sldId="284"/>
            <ac:spMk id="50" creationId="{68257469-08DD-0B38-03A0-440D51D4E56A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53" creationId="{8C9F1373-418A-2E64-BDAF-FE523B537AE5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501139544" sldId="284"/>
            <ac:spMk id="56" creationId="{69ED6FE3-584E-4769-DD30-FF222E2FFB2A}"/>
          </ac:spMkLst>
        </pc:spChg>
        <pc:picChg chg="add">
          <ac:chgData name="Brayand Javier Gómez Plata" userId="c9c1396e-34a9-4a12-912a-8649ffb9a204" providerId="ADAL" clId="{27F4626A-F3D0-4E6C-A104-AEA19FA55BBA}" dt="2026-07-02T20:40:47.727" v="3252" actId="22"/>
          <ac:picMkLst>
            <pc:docMk/>
            <pc:sldMk cId="3501139544" sldId="284"/>
            <ac:picMk id="61" creationId="{4E6C5645-2E07-1B84-AE73-52C4E72411B9}"/>
          </ac:picMkLst>
        </pc:picChg>
      </pc:sldChg>
      <pc:sldChg chg="addSp delSp modSp add mod ord setBg">
        <pc:chgData name="Brayand Javier Gómez Plata" userId="c9c1396e-34a9-4a12-912a-8649ffb9a204" providerId="ADAL" clId="{27F4626A-F3D0-4E6C-A104-AEA19FA55BBA}" dt="2026-07-04T16:24:24.973" v="5308" actId="22"/>
        <pc:sldMkLst>
          <pc:docMk/>
          <pc:sldMk cId="4104171542" sldId="286"/>
        </pc:sldMkLst>
        <pc:spChg chg="add del">
          <ac:chgData name="Brayand Javier Gómez Plata" userId="c9c1396e-34a9-4a12-912a-8649ffb9a204" providerId="ADAL" clId="{27F4626A-F3D0-4E6C-A104-AEA19FA55BBA}" dt="2026-07-04T16:24:24.973" v="5308" actId="22"/>
          <ac:spMkLst>
            <pc:docMk/>
            <pc:sldMk cId="4104171542" sldId="286"/>
            <ac:spMk id="3" creationId="{1854F90B-D77B-7C38-A641-2F33CC1CEC66}"/>
          </ac:spMkLst>
        </pc:spChg>
        <pc:spChg chg="mod">
          <ac:chgData name="Brayand Javier Gómez Plata" userId="c9c1396e-34a9-4a12-912a-8649ffb9a204" providerId="ADAL" clId="{27F4626A-F3D0-4E6C-A104-AEA19FA55BBA}" dt="2026-07-02T20:23:30.190" v="3166" actId="20577"/>
          <ac:spMkLst>
            <pc:docMk/>
            <pc:sldMk cId="4104171542" sldId="286"/>
            <ac:spMk id="4" creationId="{25D7FF8E-EB97-20E3-D74D-E2AFCB1E0C65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25" creationId="{797AFBE5-8FB0-4B1F-527A-8C5B278EF568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30" creationId="{9CC46092-0D50-B1CF-FD94-01FB9C099C53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35" creationId="{ADEA2B11-55D6-2509-9FF6-985FF46F02DB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37" creationId="{F866C261-100C-941C-3728-A453F464CE35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41" creationId="{2C4FD0D9-C39B-8040-4E1C-E4A6C096DF35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45" creationId="{1A61E28E-8799-AB34-A63B-177A68AD0B6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51" creationId="{8513854C-D495-F5A9-33A2-25D0E3AB595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53" creationId="{4BB51273-ECF0-5183-3D5E-1691D56FB25B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55" creationId="{F6B4C0A8-8783-A0D4-486F-FF7FC63D5BE5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57" creationId="{5EFC4B85-81E0-C61B-0437-B51D47648159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61" creationId="{6BDE4A0B-06C1-3987-8F55-D14E6CD88028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63" creationId="{853A36C1-5D82-5FB0-E039-15D3B77920A2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67" creationId="{71040132-661B-1814-C4A8-25E38DB6428F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69" creationId="{340C5031-28D1-CF84-C6D8-329D9CA1EA2C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71" creationId="{15060A64-FAF5-889E-A6A2-87D63F6054AE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73" creationId="{8B4133EE-59F9-59E4-83E4-9012F8979815}"/>
          </ac:spMkLst>
        </pc:spChg>
        <pc:spChg chg="add mod">
          <ac:chgData name="Brayand Javier Gómez Plata" userId="c9c1396e-34a9-4a12-912a-8649ffb9a204" providerId="ADAL" clId="{27F4626A-F3D0-4E6C-A104-AEA19FA55BBA}" dt="2026-07-02T21:44:10.526" v="4691" actId="2711"/>
          <ac:spMkLst>
            <pc:docMk/>
            <pc:sldMk cId="4104171542" sldId="286"/>
            <ac:spMk id="77" creationId="{DAA5DE9E-07BD-8C34-3CFD-0669E4FB623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104171542" sldId="286"/>
            <ac:spMk id="79" creationId="{73455D28-498A-8A66-3F70-04E04A954E4A}"/>
          </ac:spMkLst>
        </pc:spChg>
        <pc:grpChg chg="mod">
          <ac:chgData name="Brayand Javier Gómez Plata" userId="c9c1396e-34a9-4a12-912a-8649ffb9a204" providerId="ADAL" clId="{27F4626A-F3D0-4E6C-A104-AEA19FA55BBA}" dt="2026-07-04T16:24:24.806" v="5307" actId="1076"/>
          <ac:grpSpMkLst>
            <pc:docMk/>
            <pc:sldMk cId="4104171542" sldId="286"/>
            <ac:grpSpMk id="88" creationId="{0D760FB9-C060-1FDD-58F5-A1897B96448B}"/>
          </ac:grpSpMkLst>
        </pc:grpChg>
        <pc:picChg chg="add del ord">
          <ac:chgData name="Brayand Javier Gómez Plata" userId="c9c1396e-34a9-4a12-912a-8649ffb9a204" providerId="ADAL" clId="{27F4626A-F3D0-4E6C-A104-AEA19FA55BBA}" dt="2026-07-04T16:24:24.478" v="5305" actId="22"/>
          <ac:picMkLst>
            <pc:docMk/>
            <pc:sldMk cId="4104171542" sldId="286"/>
            <ac:picMk id="6" creationId="{2EF3EB88-1959-6C2F-0BD6-0C2CF97FC446}"/>
          </ac:picMkLst>
        </pc:picChg>
        <pc:picChg chg="add del">
          <ac:chgData name="Brayand Javier Gómez Plata" userId="c9c1396e-34a9-4a12-912a-8649ffb9a204" providerId="ADAL" clId="{27F4626A-F3D0-4E6C-A104-AEA19FA55BBA}" dt="2026-07-04T16:24:24.655" v="5306" actId="478"/>
          <ac:picMkLst>
            <pc:docMk/>
            <pc:sldMk cId="4104171542" sldId="286"/>
            <ac:picMk id="19" creationId="{3CFBAF56-6F6C-2632-7782-BD69CA383A3B}"/>
          </ac:picMkLst>
        </pc:picChg>
        <pc:picChg chg="add mod">
          <ac:chgData name="Brayand Javier Gómez Plata" userId="c9c1396e-34a9-4a12-912a-8649ffb9a204" providerId="ADAL" clId="{27F4626A-F3D0-4E6C-A104-AEA19FA55BBA}" dt="2026-07-02T20:40:55.712" v="3255" actId="14100"/>
          <ac:picMkLst>
            <pc:docMk/>
            <pc:sldMk cId="4104171542" sldId="286"/>
            <ac:picMk id="90" creationId="{5ABBACF0-3F15-2F9D-D7AC-78F4FE792475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3989857744" sldId="287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989857744" sldId="287"/>
            <ac:spMk id="4" creationId="{3E4D2104-D6CD-053A-1557-0EE54DB2A40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989857744" sldId="287"/>
            <ac:spMk id="7" creationId="{F28309C7-E567-C6B8-CD11-A3344CCD4F13}"/>
          </ac:spMkLst>
        </pc:spChg>
        <pc:graphicFrameChg chg="add mod modGraphic">
          <ac:chgData name="Brayand Javier Gómez Plata" userId="c9c1396e-34a9-4a12-912a-8649ffb9a204" providerId="ADAL" clId="{27F4626A-F3D0-4E6C-A104-AEA19FA55BBA}" dt="2026-07-03T16:28:10.336" v="5010" actId="790"/>
          <ac:graphicFrameMkLst>
            <pc:docMk/>
            <pc:sldMk cId="3989857744" sldId="287"/>
            <ac:graphicFrameMk id="6" creationId="{F3083A3E-B717-A265-08D1-0D568E512EBC}"/>
          </ac:graphicFrameMkLst>
        </pc:graphicFrameChg>
        <pc:picChg chg="add">
          <ac:chgData name="Brayand Javier Gómez Plata" userId="c9c1396e-34a9-4a12-912a-8649ffb9a204" providerId="ADAL" clId="{27F4626A-F3D0-4E6C-A104-AEA19FA55BBA}" dt="2026-07-02T20:55:03.003" v="3913" actId="22"/>
          <ac:picMkLst>
            <pc:docMk/>
            <pc:sldMk cId="3989857744" sldId="287"/>
            <ac:picMk id="3" creationId="{A72055E2-9C08-A4FA-CB0F-FFF272365D34}"/>
          </ac:picMkLst>
        </pc:picChg>
        <pc:picChg chg="mod">
          <ac:chgData name="Brayand Javier Gómez Plata" userId="c9c1396e-34a9-4a12-912a-8649ffb9a204" providerId="ADAL" clId="{27F4626A-F3D0-4E6C-A104-AEA19FA55BBA}" dt="2026-07-02T21:15:21.021" v="4564" actId="1076"/>
          <ac:picMkLst>
            <pc:docMk/>
            <pc:sldMk cId="3989857744" sldId="287"/>
            <ac:picMk id="19" creationId="{3E88D14E-E919-3C9F-CE45-349CC0EC7423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4T16:24:23.783" v="5301" actId="22"/>
        <pc:sldMkLst>
          <pc:docMk/>
          <pc:sldMk cId="699721734" sldId="288"/>
        </pc:sldMkLst>
        <pc:spChg chg="add del">
          <ac:chgData name="Brayand Javier Gómez Plata" userId="c9c1396e-34a9-4a12-912a-8649ffb9a204" providerId="ADAL" clId="{27F4626A-F3D0-4E6C-A104-AEA19FA55BBA}" dt="2026-07-04T16:24:23.783" v="5301" actId="22"/>
          <ac:spMkLst>
            <pc:docMk/>
            <pc:sldMk cId="699721734" sldId="288"/>
            <ac:spMk id="4" creationId="{F35C461F-39E4-D2E3-B203-F2BE93189F3E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699721734" sldId="288"/>
            <ac:spMk id="6" creationId="{4BC67156-1B7C-27A5-CD80-9F6B94F4254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9" creationId="{9BC0BC3A-F3FE-CF6C-4A53-6C801794A9B4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63" creationId="{25EDACEB-BF1F-F04C-CFEF-9F3519FDA71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20" creationId="{E8D6FD11-2498-5F6E-0C98-29A40B42855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22" creationId="{FE1E9382-EC9D-AEB8-0FE7-4DA1498AF9B7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23" creationId="{680EF9BF-E427-134D-1CF6-DDCE725EBE0F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24" creationId="{AEA91F4E-7438-9BDB-B766-15BD923A5F3A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26" creationId="{0D992EC6-8630-1134-10E9-AA2DD57C64C8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30" creationId="{5CAC8FD2-A3D1-168D-4BD1-5BE57AA02080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699721734" sldId="288"/>
            <ac:spMk id="332" creationId="{183CAC8C-16D1-E114-CE5E-999A0CC3CB0A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699721734" sldId="288"/>
            <ac:spMk id="333" creationId="{375107D5-17F2-FB8E-2F71-E5691AEA0FF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38" creationId="{A4CD3742-E663-49D2-5A27-2E2F7B69388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699721734" sldId="288"/>
            <ac:spMk id="339" creationId="{E4459FEC-0DA4-5CAD-BA54-073A3D1BF38C}"/>
          </ac:spMkLst>
        </pc:spChg>
        <pc:spChg chg="mod">
          <ac:chgData name="Brayand Javier Gómez Plata" userId="c9c1396e-34a9-4a12-912a-8649ffb9a204" providerId="ADAL" clId="{27F4626A-F3D0-4E6C-A104-AEA19FA55BBA}" dt="2026-07-02T21:33:44.108" v="4643" actId="790"/>
          <ac:spMkLst>
            <pc:docMk/>
            <pc:sldMk cId="699721734" sldId="288"/>
            <ac:spMk id="342" creationId="{1CEBC819-79EF-3688-EE12-62FEA252E8F8}"/>
          </ac:spMkLst>
        </pc:spChg>
      </pc:sldChg>
      <pc:sldChg chg="addSp delSp modSp add mod or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3625557299" sldId="289"/>
        </pc:sldMkLst>
        <pc:spChg chg="mod">
          <ac:chgData name="Brayand Javier Gómez Plata" userId="c9c1396e-34a9-4a12-912a-8649ffb9a204" providerId="ADAL" clId="{27F4626A-F3D0-4E6C-A104-AEA19FA55BBA}" dt="2026-07-02T21:29:28.237" v="4614" actId="20577"/>
          <ac:spMkLst>
            <pc:docMk/>
            <pc:sldMk cId="3625557299" sldId="289"/>
            <ac:spMk id="4" creationId="{B3863969-D805-49DA-352B-9F0C47509FB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332" creationId="{B892D55D-A0FE-AD32-8C71-BB4BD8939513}"/>
          </ac:spMkLst>
        </pc:spChg>
        <pc:spChg chg="mod">
          <ac:chgData name="Brayand Javier Gómez Plata" userId="c9c1396e-34a9-4a12-912a-8649ffb9a204" providerId="ADAL" clId="{27F4626A-F3D0-4E6C-A104-AEA19FA55BBA}" dt="2026-07-02T21:43:33.510" v="4686" actId="2711"/>
          <ac:spMkLst>
            <pc:docMk/>
            <pc:sldMk cId="3625557299" sldId="289"/>
            <ac:spMk id="334" creationId="{F2F34D17-E5CD-F330-9C32-C3B4D5E1D199}"/>
          </ac:spMkLst>
        </pc:spChg>
        <pc:spChg chg="mod">
          <ac:chgData name="Brayand Javier Gómez Plata" userId="c9c1396e-34a9-4a12-912a-8649ffb9a204" providerId="ADAL" clId="{27F4626A-F3D0-4E6C-A104-AEA19FA55BBA}" dt="2026-07-02T21:43:42.543" v="4687" actId="2711"/>
          <ac:spMkLst>
            <pc:docMk/>
            <pc:sldMk cId="3625557299" sldId="289"/>
            <ac:spMk id="338" creationId="{DBBCFA0C-9669-9715-7251-1A563A5E017F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364" creationId="{068D3859-2305-8FC8-8399-121A488DF84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402" creationId="{CC239A88-4E6B-B4DE-2420-2C89100203F3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408" creationId="{303FAC8C-0A31-AE9B-1B54-B4ED89BFF3F7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436" creationId="{91CFBDA4-F0F0-B739-3352-30BBCB4F8F15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444" creationId="{87EC2A69-E157-805F-629F-F4C65E61ABD9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446" creationId="{0A7B58D2-52E5-F962-9861-ADF0F4261B4A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460" creationId="{B5DEB53A-5D72-B04F-9DF3-0D30B418669C}"/>
          </ac:spMkLst>
        </pc:spChg>
        <pc:spChg chg="mod">
          <ac:chgData name="Brayand Javier Gómez Plata" userId="c9c1396e-34a9-4a12-912a-8649ffb9a204" providerId="ADAL" clId="{27F4626A-F3D0-4E6C-A104-AEA19FA55BBA}" dt="2026-07-02T21:33:30.734" v="4640" actId="1076"/>
          <ac:spMkLst>
            <pc:docMk/>
            <pc:sldMk cId="3625557299" sldId="289"/>
            <ac:spMk id="470" creationId="{B89E5327-5468-3EB8-E7EB-9A02FAF1A1C4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480" creationId="{C6F2C20D-5D17-B8B9-6625-D5919BABC9F6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482" creationId="{1D9E418D-2142-F94E-5E48-7E50886D04F8}"/>
          </ac:spMkLst>
        </pc:spChg>
        <pc:spChg chg="mod">
          <ac:chgData name="Brayand Javier Gómez Plata" userId="c9c1396e-34a9-4a12-912a-8649ffb9a204" providerId="ADAL" clId="{27F4626A-F3D0-4E6C-A104-AEA19FA55BBA}" dt="2026-07-02T21:33:35.909" v="4642" actId="313"/>
          <ac:spMkLst>
            <pc:docMk/>
            <pc:sldMk cId="3625557299" sldId="289"/>
            <ac:spMk id="490" creationId="{10FA6F97-AECB-1C2C-6844-5DC8AC24446D}"/>
          </ac:spMkLst>
        </pc:spChg>
        <pc:spChg chg="mod">
          <ac:chgData name="Brayand Javier Gómez Plata" userId="c9c1396e-34a9-4a12-912a-8649ffb9a204" providerId="ADAL" clId="{27F4626A-F3D0-4E6C-A104-AEA19FA55BBA}" dt="2026-07-02T21:33:17.838" v="4636" actId="20577"/>
          <ac:spMkLst>
            <pc:docMk/>
            <pc:sldMk cId="3625557299" sldId="289"/>
            <ac:spMk id="506" creationId="{9B6B0DA5-77E5-0A00-1F34-371F25CE39C9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532" creationId="{96DF14EE-1455-2A03-0823-6D96E3404074}"/>
          </ac:spMkLst>
        </pc:spChg>
        <pc:spChg chg="add mod topLvl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534" creationId="{239602D6-9569-005B-02F7-1FC9058F7A4A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580" creationId="{5CEF17D8-B647-7755-046D-247DD6FAD4A1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590" creationId="{C10DACFA-8D91-360E-B370-79A6A4981239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618" creationId="{313A1F68-4D76-0208-2C2F-3808A74BCA2C}"/>
          </ac:spMkLst>
        </pc:spChg>
        <pc:spChg chg="add mod topLvl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630" creationId="{64659473-6F65-C05E-D593-95AB7763DEDC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3625557299" sldId="289"/>
            <ac:spMk id="642" creationId="{5233328B-7446-1169-C741-7DFD6A18CDBF}"/>
          </ac:spMkLst>
        </pc:spChg>
        <pc:spChg chg="mod">
          <ac:chgData name="Brayand Javier Gómez Plata" userId="c9c1396e-34a9-4a12-912a-8649ffb9a204" providerId="ADAL" clId="{27F4626A-F3D0-4E6C-A104-AEA19FA55BBA}" dt="2026-07-02T21:33:08.490" v="4634" actId="207"/>
          <ac:spMkLst>
            <pc:docMk/>
            <pc:sldMk cId="3625557299" sldId="289"/>
            <ac:spMk id="648" creationId="{27DE4ABB-3E19-D059-CC04-C14713805FE0}"/>
          </ac:spMkLst>
        </pc:spChg>
        <pc:spChg chg="add mod topLvl">
          <ac:chgData name="Brayand Javier Gómez Plata" userId="c9c1396e-34a9-4a12-912a-8649ffb9a204" providerId="ADAL" clId="{27F4626A-F3D0-4E6C-A104-AEA19FA55BBA}" dt="2026-07-02T21:43:59.348" v="4690" actId="164"/>
          <ac:spMkLst>
            <pc:docMk/>
            <pc:sldMk cId="3625557299" sldId="289"/>
            <ac:spMk id="650" creationId="{8AB5D41A-7894-A6ED-EB8A-4125864F005E}"/>
          </ac:spMkLst>
        </pc:spChg>
        <pc:picChg chg="mod">
          <ac:chgData name="Brayand Javier Gómez Plata" userId="c9c1396e-34a9-4a12-912a-8649ffb9a204" providerId="ADAL" clId="{27F4626A-F3D0-4E6C-A104-AEA19FA55BBA}" dt="2026-07-02T21:15:34.147" v="4568" actId="1076"/>
          <ac:picMkLst>
            <pc:docMk/>
            <pc:sldMk cId="3625557299" sldId="289"/>
            <ac:picMk id="19" creationId="{34BA7ADC-ED7B-F810-8D82-F8AC9D3C6DC7}"/>
          </ac:picMkLst>
        </pc:picChg>
      </pc:sldChg>
      <pc:sldChg chg="addSp delSp modSp add mo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4026648288" sldId="290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026648288" sldId="290"/>
            <ac:spMk id="4" creationId="{21DEE12E-5B38-E4F9-A5E3-1B6840AFDDC0}"/>
          </ac:spMkLst>
        </pc:spChg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026648288" sldId="290"/>
            <ac:spMk id="7" creationId="{537E6E86-5CC4-702F-55A6-6B728217776E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026648288" sldId="290"/>
            <ac:spMk id="61" creationId="{4E5654FB-CFB7-9830-8D53-45EA53951031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026648288" sldId="290"/>
            <ac:spMk id="63" creationId="{3359758D-B2F3-C378-BD5E-9E9C820ACA3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026648288" sldId="290"/>
            <ac:spMk id="451" creationId="{72CDE577-190F-EAA6-B67B-499A44EA9E38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4026648288" sldId="290"/>
            <ac:spMk id="455" creationId="{80E595F9-157E-BE15-048B-388A0CECD543}"/>
          </ac:spMkLst>
        </pc:spChg>
        <pc:graphicFrameChg chg="add mod modGraphic">
          <ac:chgData name="Brayand Javier Gómez Plata" userId="c9c1396e-34a9-4a12-912a-8649ffb9a204" providerId="ADAL" clId="{27F4626A-F3D0-4E6C-A104-AEA19FA55BBA}" dt="2026-07-03T16:28:10.336" v="5010" actId="790"/>
          <ac:graphicFrameMkLst>
            <pc:docMk/>
            <pc:sldMk cId="4026648288" sldId="290"/>
            <ac:graphicFrameMk id="55" creationId="{C2454B0B-E8E3-AC20-E79D-D0A656106879}"/>
          </ac:graphicFrameMkLst>
        </pc:graphicFrameChg>
        <pc:graphicFrameChg chg="add mod modGraphic">
          <ac:chgData name="Brayand Javier Gómez Plata" userId="c9c1396e-34a9-4a12-912a-8649ffb9a204" providerId="ADAL" clId="{27F4626A-F3D0-4E6C-A104-AEA19FA55BBA}" dt="2026-07-03T16:28:10.336" v="5010" actId="790"/>
          <ac:graphicFrameMkLst>
            <pc:docMk/>
            <pc:sldMk cId="4026648288" sldId="290"/>
            <ac:graphicFrameMk id="57" creationId="{A7736A12-A944-A62D-8AF5-2AC6E2034110}"/>
          </ac:graphicFrameMkLst>
        </pc:graphicFrameChg>
      </pc:sldChg>
      <pc:sldChg chg="addSp delSp modSp add mod">
        <pc:chgData name="Brayand Javier Gómez Plata" userId="c9c1396e-34a9-4a12-912a-8649ffb9a204" providerId="ADAL" clId="{27F4626A-F3D0-4E6C-A104-AEA19FA55BBA}" dt="2026-07-03T16:28:10.336" v="5010" actId="790"/>
        <pc:sldMkLst>
          <pc:docMk/>
          <pc:sldMk cId="1893485807" sldId="291"/>
        </pc:sldMkLst>
        <pc:spChg chg="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4" creationId="{E5006F8E-EB49-B3C3-80E5-565C4208FB72}"/>
          </ac:spMkLst>
        </pc:spChg>
        <pc:spChg chg="mod">
          <ac:chgData name="Brayand Javier Gómez Plata" userId="c9c1396e-34a9-4a12-912a-8649ffb9a204" providerId="ADAL" clId="{27F4626A-F3D0-4E6C-A104-AEA19FA55BBA}" dt="2026-07-03T16:10:36.397" v="4869" actId="1076"/>
          <ac:spMkLst>
            <pc:docMk/>
            <pc:sldMk cId="1893485807" sldId="291"/>
            <ac:spMk id="7" creationId="{AA9E3663-1A9D-EC06-714B-2EE0BCBBC577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8" creationId="{94358B4D-33EE-F7F6-15C9-405DD4B82F05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13" creationId="{EA4D0748-01BC-E542-8188-9F354115F18F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15" creationId="{17582955-51A2-E648-6A28-1BF09653090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17" creationId="{9A4F69CD-256F-C9DF-2647-7787248FDCB1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23" creationId="{62522F6E-ACA7-B76F-C960-61171C4DACC9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25" creationId="{142B8213-474D-015E-CBEF-D017C72F671C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31" creationId="{530DE7F2-E0FC-71EE-CA50-8765605DD47D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33" creationId="{617F8723-3965-25D3-456F-B2258B0C8DE8}"/>
          </ac:spMkLst>
        </pc:spChg>
        <pc:spChg chg="add mod">
          <ac:chgData name="Brayand Javier Gómez Plata" userId="c9c1396e-34a9-4a12-912a-8649ffb9a204" providerId="ADAL" clId="{27F4626A-F3D0-4E6C-A104-AEA19FA55BBA}" dt="2026-07-03T16:10:53.199" v="4871" actId="2711"/>
          <ac:spMkLst>
            <pc:docMk/>
            <pc:sldMk cId="1893485807" sldId="291"/>
            <ac:spMk id="35" creationId="{E9B0D7E6-C97A-0415-CA4E-13AC01326558}"/>
          </ac:spMkLst>
        </pc:spChg>
        <pc:spChg chg="add mod">
          <ac:chgData name="Brayand Javier Gómez Plata" userId="c9c1396e-34a9-4a12-912a-8649ffb9a204" providerId="ADAL" clId="{27F4626A-F3D0-4E6C-A104-AEA19FA55BBA}" dt="2026-07-03T16:28:10.336" v="5010" actId="790"/>
          <ac:spMkLst>
            <pc:docMk/>
            <pc:sldMk cId="1893485807" sldId="291"/>
            <ac:spMk id="37" creationId="{6F89EB91-B494-91F8-4753-9ADCF6BEAABE}"/>
          </ac:spMkLst>
        </pc:spChg>
        <pc:grpChg chg="mod">
          <ac:chgData name="Brayand Javier Gómez Plata" userId="c9c1396e-34a9-4a12-912a-8649ffb9a204" providerId="ADAL" clId="{27F4626A-F3D0-4E6C-A104-AEA19FA55BBA}" dt="2026-07-03T16:10:59.196" v="4873" actId="1076"/>
          <ac:grpSpMkLst>
            <pc:docMk/>
            <pc:sldMk cId="1893485807" sldId="291"/>
            <ac:grpSpMk id="40" creationId="{92FDBDF9-D9E5-414A-AEE4-1B990901DBE4}"/>
          </ac:grpSpMkLst>
        </pc:grpChg>
        <pc:picChg chg="del">
          <ac:chgData name="Brayand Javier Gómez Plata" userId="c9c1396e-34a9-4a12-912a-8649ffb9a204" providerId="ADAL" clId="{27F4626A-F3D0-4E6C-A104-AEA19FA55BBA}" dt="2026-07-03T16:10:22.856" v="4863" actId="478"/>
          <ac:picMkLst>
            <pc:docMk/>
            <pc:sldMk cId="1893485807" sldId="291"/>
            <ac:picMk id="6" creationId="{EAD8FC76-8B6A-4162-17F0-D15428BC027F}"/>
          </ac:picMkLst>
        </pc:picChg>
        <pc:picChg chg="del">
          <ac:chgData name="Brayand Javier Gómez Plata" userId="c9c1396e-34a9-4a12-912a-8649ffb9a204" providerId="ADAL" clId="{27F4626A-F3D0-4E6C-A104-AEA19FA55BBA}" dt="2026-07-03T16:10:23.492" v="4864" actId="478"/>
          <ac:picMkLst>
            <pc:docMk/>
            <pc:sldMk cId="1893485807" sldId="291"/>
            <ac:picMk id="12" creationId="{C744886C-5328-93AD-3874-63E7BF0DBA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7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D318-16CB-92B3-22E5-3EA2D367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B6AA2-6C2C-74EC-D024-AA52E35C7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51B49-6842-029C-9EDF-31733BD1F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80E4B-DC0D-8C08-F2F9-8BE778115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56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5E35F-0931-63BB-1FC8-8156319B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A2161-0C1F-4541-09DB-368886349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76702-C197-5D12-2394-856AE4E0F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A4267-9CCB-BA71-F886-FBA4B70FB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5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5D9D-27EB-BE9C-2FB1-E5E47844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CA227-3809-419D-8AB3-B30F49DD9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012FE-4497-8C36-1D92-CDA2BF5B3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A3854-0354-FC71-94AD-B1A325102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50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DEBF-C432-CF08-6175-9292C7F4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761A5-0094-812E-F1EC-5A47F625A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79977-A1FD-15C1-5104-59FDDF95A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5C5A9-CD2F-ADCF-E120-6C09DC2EB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29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D3445-68DE-6E55-B952-396D674F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C3649-5FD3-FC56-6003-31CA82C1A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247A9-7F4C-AF00-1F26-87AF861F9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E28CE-39F2-0675-2854-279121C33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7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CF78-AD30-A44C-8A5F-B0680EB4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03665-A4D4-1D28-4FC0-1273E7659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1C226-490A-8797-1BA2-745F6A5E6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D3F6F-1AF0-9009-A13D-4093721A8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15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549B-701F-8B2D-2115-7BEFED11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8E84D-A571-2D29-B0B7-21BB907AF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1598A-0322-B2ED-2A40-A5E3E2A45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D39A7-EDA8-F682-7908-F310B5975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30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72EF-EFF9-51A6-F97E-10CCD13D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6B2CC-8668-AA32-2C22-4013F4A71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A1A29-966E-F7EC-8C6D-1A5C20413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A321C-88D3-F8D8-C5D0-67C2744DC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80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0C38-2099-390F-91F9-5FE78DA7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4E81B-705C-88C3-2772-1F532153E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D7BE5-164D-0C7C-0EDB-11AD8F349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F2FAC-272E-6DAE-9A26-779C788F2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35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0CAF8-A25C-EF18-4698-8970368A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C245E-0155-28EB-286B-58534E45A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FC613-2CAA-0CC2-7F11-DF849177A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32D54-69D7-096D-7B85-705228522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81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02C8-99D7-2D1F-E62D-6050B5D0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BD5BF-4F05-4BC6-1121-CD87F2DE4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2F82B-4BC0-055F-5AA6-E414B028F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79149-84CE-E99F-54DB-CDC991835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99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42CD-475B-B711-1AC8-087D1772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C60F7-412A-1FCD-2E77-9A4194479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CEF9A-863F-2783-7850-C4E4A020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AC0AD-5C4E-24E3-26CF-751AF3F59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54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155B-BE8C-246C-5B43-AAF19C1E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AE632-4E0D-3E44-96E9-1E1A43FC7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79719-B545-B3A9-B107-6AEBB2E28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96C2A-EE77-C077-CA6D-3F5FD0F9C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92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EE79-635E-45A3-A216-6EE2180C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B568D-F996-9365-1E1C-FAE3CD448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CEA98-1AA5-6A65-5D30-ECCDA0737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BE203-C6FE-555C-B4B6-E50D1295EF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58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E051-1287-9AE6-299C-423EF89B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B68A9-A3E3-9A9E-EC4B-7623EAA40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93393-485B-CD00-AE1F-F5947DD5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9F99B-C2C4-56BF-2F3E-892B2FACD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82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43;p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31C05298-30F9-4C17-A0FE-DF88B6433E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632" t="-6971" r="55707" b="-765"/>
          <a:stretch/>
        </p:blipFill>
        <p:spPr>
          <a:xfrm rot="-5400000">
            <a:off x="3464835" y="-585551"/>
            <a:ext cx="4747027" cy="67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86545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kern="0" spc="200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PROYECTO </a:t>
            </a:r>
          </a:p>
          <a:p>
            <a:pPr marL="0" indent="0">
              <a:buNone/>
            </a:pPr>
            <a:r>
              <a:rPr lang="es-CO" sz="1400" b="1" kern="0" spc="200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DESARROLLO CON IA</a:t>
            </a:r>
            <a:endParaRPr lang="es-CO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54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LUC-ÍA</a:t>
            </a:r>
            <a:endParaRPr lang="es-CO" sz="5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con Inteligencia artificial para el </a:t>
            </a:r>
            <a:r>
              <a:rPr lang="es-CO" sz="18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Clínico santa lucia</a:t>
            </a:r>
            <a:endParaRPr lang="es-CO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Total EPS</a:t>
            </a:r>
            <a:endParaRPr lang="es-CO" sz="1400" noProof="0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7F8F37DA-CA1E-E2E4-6324-05F11EF7615D}"/>
              </a:ext>
            </a:extLst>
          </p:cNvPr>
          <p:cNvGrpSpPr/>
          <p:nvPr/>
        </p:nvGrpSpPr>
        <p:grpSpPr>
          <a:xfrm>
            <a:off x="491197" y="3911905"/>
            <a:ext cx="2814456" cy="563383"/>
            <a:chOff x="0" y="0"/>
            <a:chExt cx="888465" cy="18272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88CF4CB-F0E3-0E91-5634-B44375D517AB}"/>
                </a:ext>
              </a:extLst>
            </p:cNvPr>
            <p:cNvSpPr/>
            <p:nvPr/>
          </p:nvSpPr>
          <p:spPr>
            <a:xfrm>
              <a:off x="0" y="0"/>
              <a:ext cx="888465" cy="182722"/>
            </a:xfrm>
            <a:custGeom>
              <a:avLst/>
              <a:gdLst/>
              <a:ahLst/>
              <a:cxnLst/>
              <a:rect l="l" t="t" r="r" b="b"/>
              <a:pathLst>
                <a:path w="888465" h="182722">
                  <a:moveTo>
                    <a:pt x="91361" y="0"/>
                  </a:moveTo>
                  <a:lnTo>
                    <a:pt x="797104" y="0"/>
                  </a:lnTo>
                  <a:cubicBezTo>
                    <a:pt x="847561" y="0"/>
                    <a:pt x="888465" y="40904"/>
                    <a:pt x="888465" y="91361"/>
                  </a:cubicBezTo>
                  <a:lnTo>
                    <a:pt x="888465" y="91361"/>
                  </a:lnTo>
                  <a:cubicBezTo>
                    <a:pt x="888465" y="115591"/>
                    <a:pt x="878840" y="138829"/>
                    <a:pt x="861706" y="155963"/>
                  </a:cubicBezTo>
                  <a:cubicBezTo>
                    <a:pt x="844573" y="173096"/>
                    <a:pt x="821335" y="182722"/>
                    <a:pt x="797104" y="182722"/>
                  </a:cubicBezTo>
                  <a:lnTo>
                    <a:pt x="91361" y="182722"/>
                  </a:lnTo>
                  <a:cubicBezTo>
                    <a:pt x="67131" y="182722"/>
                    <a:pt x="43893" y="173096"/>
                    <a:pt x="26759" y="155963"/>
                  </a:cubicBezTo>
                  <a:cubicBezTo>
                    <a:pt x="9626" y="138829"/>
                    <a:pt x="0" y="115591"/>
                    <a:pt x="0" y="91361"/>
                  </a:cubicBezTo>
                  <a:lnTo>
                    <a:pt x="0" y="91361"/>
                  </a:lnTo>
                  <a:cubicBezTo>
                    <a:pt x="0" y="67131"/>
                    <a:pt x="9626" y="43893"/>
                    <a:pt x="26759" y="26759"/>
                  </a:cubicBezTo>
                  <a:cubicBezTo>
                    <a:pt x="43893" y="9626"/>
                    <a:pt x="67131" y="0"/>
                    <a:pt x="91361" y="0"/>
                  </a:cubicBezTo>
                  <a:close/>
                </a:path>
              </a:pathLst>
            </a:custGeom>
            <a:solidFill>
              <a:srgbClr val="1D3C34"/>
            </a:solidFill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9F70127D-CF1F-F30D-176B-B2E2EE624700}"/>
                </a:ext>
              </a:extLst>
            </p:cNvPr>
            <p:cNvSpPr txBox="1"/>
            <p:nvPr/>
          </p:nvSpPr>
          <p:spPr>
            <a:xfrm>
              <a:off x="0" y="19050"/>
              <a:ext cx="888465" cy="163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1"/>
                </a:lnSpc>
              </a:pPr>
              <a:endParaRPr lang="es-CO" noProof="0" dirty="0"/>
            </a:p>
          </p:txBody>
        </p:sp>
      </p:grpSp>
      <p:sp>
        <p:nvSpPr>
          <p:cNvPr id="17" name="TextBox 10">
            <a:extLst>
              <a:ext uri="{FF2B5EF4-FFF2-40B4-BE49-F238E27FC236}">
                <a16:creationId xmlns:a16="http://schemas.microsoft.com/office/drawing/2014/main" id="{29F6B98A-451D-2920-405C-5E668945D39D}"/>
              </a:ext>
            </a:extLst>
          </p:cNvPr>
          <p:cNvSpPr txBox="1"/>
          <p:nvPr/>
        </p:nvSpPr>
        <p:spPr>
          <a:xfrm>
            <a:off x="416425" y="4049551"/>
            <a:ext cx="2964000" cy="312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24"/>
              </a:lnSpc>
              <a:spcBef>
                <a:spcPct val="0"/>
              </a:spcBef>
            </a:pPr>
            <a:r>
              <a:rPr lang="es-CO" sz="2400" b="1" spc="-48" noProof="0" dirty="0">
                <a:solidFill>
                  <a:srgbClr val="AAFECB"/>
                </a:solidFill>
                <a:ea typeface="Poppins Semi-Bold"/>
                <a:cs typeface="Poppins Semi-Bold"/>
                <a:sym typeface="Poppins Semi-Bold"/>
              </a:rPr>
              <a:t>RPA+IA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54447F-E468-5641-C634-C2869BFD7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283505"/>
            <a:ext cx="2720340" cy="31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43;p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3B261684-3E46-01D7-6ECE-DA9646BB6B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632" t="-6971" r="55707" b="-765"/>
          <a:stretch/>
        </p:blipFill>
        <p:spPr>
          <a:xfrm rot="-5400000">
            <a:off x="3464835" y="-585551"/>
            <a:ext cx="4747027" cy="67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53C321B-8EAD-D579-5DF9-1E43D5592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54" y="0"/>
            <a:ext cx="7715250" cy="51435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BA6BEC8-FD90-139F-46D0-AEA5CCB4B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604" y="0"/>
            <a:ext cx="80772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25DE1-5E05-EB3A-A4F1-594324F0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4;p7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92DDF9BD-4F55-F61C-41B9-817077D05C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4488"/>
          <a:stretch>
            <a:fillRect/>
          </a:stretch>
        </p:blipFill>
        <p:spPr>
          <a:xfrm>
            <a:off x="0" y="0"/>
            <a:ext cx="85457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B2BF654-22C7-5290-D0D4-890C519EFCBD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PROCESO ALTO IMPACTO (Problema)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F90B303-1DC3-1962-C23D-509AA9EF5B73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grpSp>
        <p:nvGrpSpPr>
          <p:cNvPr id="20" name="Google Shape;168;p3">
            <a:extLst>
              <a:ext uri="{FF2B5EF4-FFF2-40B4-BE49-F238E27FC236}">
                <a16:creationId xmlns:a16="http://schemas.microsoft.com/office/drawing/2014/main" id="{0108C604-8B8B-B14A-3B69-9359E57CCED6}"/>
              </a:ext>
            </a:extLst>
          </p:cNvPr>
          <p:cNvGrpSpPr/>
          <p:nvPr/>
        </p:nvGrpSpPr>
        <p:grpSpPr>
          <a:xfrm>
            <a:off x="691463" y="766756"/>
            <a:ext cx="8282068" cy="1427804"/>
            <a:chOff x="669009" y="1794766"/>
            <a:chExt cx="10572793" cy="3893858"/>
          </a:xfrm>
        </p:grpSpPr>
        <p:pic>
          <p:nvPicPr>
            <p:cNvPr id="21" name="Google Shape;169;p3">
              <a:extLst>
                <a:ext uri="{FF2B5EF4-FFF2-40B4-BE49-F238E27FC236}">
                  <a16:creationId xmlns:a16="http://schemas.microsoft.com/office/drawing/2014/main" id="{D5516DFA-6254-85BE-31FA-25B0143FB49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9009" y="1794766"/>
              <a:ext cx="10572793" cy="3893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70;p3">
              <a:extLst>
                <a:ext uri="{FF2B5EF4-FFF2-40B4-BE49-F238E27FC236}">
                  <a16:creationId xmlns:a16="http://schemas.microsoft.com/office/drawing/2014/main" id="{39B511DC-8DA6-FF10-70F8-9670DF53EC1B}"/>
                </a:ext>
              </a:extLst>
            </p:cNvPr>
            <p:cNvSpPr/>
            <p:nvPr/>
          </p:nvSpPr>
          <p:spPr>
            <a:xfrm>
              <a:off x="866089" y="1953387"/>
              <a:ext cx="10158095" cy="3480435"/>
            </a:xfrm>
            <a:custGeom>
              <a:avLst/>
              <a:gdLst/>
              <a:ahLst/>
              <a:cxnLst/>
              <a:rect l="l" t="t" r="r" b="b"/>
              <a:pathLst>
                <a:path w="10158095" h="3480435" extrusionOk="0">
                  <a:moveTo>
                    <a:pt x="9620427" y="0"/>
                  </a:moveTo>
                  <a:lnTo>
                    <a:pt x="537387" y="0"/>
                  </a:lnTo>
                  <a:lnTo>
                    <a:pt x="491020" y="2129"/>
                  </a:lnTo>
                  <a:lnTo>
                    <a:pt x="445748" y="8400"/>
                  </a:lnTo>
                  <a:lnTo>
                    <a:pt x="401732" y="18640"/>
                  </a:lnTo>
                  <a:lnTo>
                    <a:pt x="359135" y="32674"/>
                  </a:lnTo>
                  <a:lnTo>
                    <a:pt x="318116" y="50328"/>
                  </a:lnTo>
                  <a:lnTo>
                    <a:pt x="278838" y="71427"/>
                  </a:lnTo>
                  <a:lnTo>
                    <a:pt x="241461" y="95798"/>
                  </a:lnTo>
                  <a:lnTo>
                    <a:pt x="206148" y="123266"/>
                  </a:lnTo>
                  <a:lnTo>
                    <a:pt x="173059" y="153657"/>
                  </a:lnTo>
                  <a:lnTo>
                    <a:pt x="142355" y="186796"/>
                  </a:lnTo>
                  <a:lnTo>
                    <a:pt x="114199" y="222511"/>
                  </a:lnTo>
                  <a:lnTo>
                    <a:pt x="88751" y="260625"/>
                  </a:lnTo>
                  <a:lnTo>
                    <a:pt x="66172" y="300967"/>
                  </a:lnTo>
                  <a:lnTo>
                    <a:pt x="46625" y="343360"/>
                  </a:lnTo>
                  <a:lnTo>
                    <a:pt x="30270" y="387630"/>
                  </a:lnTo>
                  <a:lnTo>
                    <a:pt x="17269" y="433605"/>
                  </a:lnTo>
                  <a:lnTo>
                    <a:pt x="7782" y="481109"/>
                  </a:lnTo>
                  <a:lnTo>
                    <a:pt x="1972" y="529968"/>
                  </a:lnTo>
                  <a:lnTo>
                    <a:pt x="0" y="580009"/>
                  </a:lnTo>
                  <a:lnTo>
                    <a:pt x="0" y="2900045"/>
                  </a:lnTo>
                  <a:lnTo>
                    <a:pt x="1972" y="2950085"/>
                  </a:lnTo>
                  <a:lnTo>
                    <a:pt x="7782" y="2998944"/>
                  </a:lnTo>
                  <a:lnTo>
                    <a:pt x="17269" y="3046448"/>
                  </a:lnTo>
                  <a:lnTo>
                    <a:pt x="30270" y="3092423"/>
                  </a:lnTo>
                  <a:lnTo>
                    <a:pt x="46625" y="3136693"/>
                  </a:lnTo>
                  <a:lnTo>
                    <a:pt x="66172" y="3179086"/>
                  </a:lnTo>
                  <a:lnTo>
                    <a:pt x="88751" y="3219428"/>
                  </a:lnTo>
                  <a:lnTo>
                    <a:pt x="114199" y="3257542"/>
                  </a:lnTo>
                  <a:lnTo>
                    <a:pt x="142355" y="3293257"/>
                  </a:lnTo>
                  <a:lnTo>
                    <a:pt x="173059" y="3326396"/>
                  </a:lnTo>
                  <a:lnTo>
                    <a:pt x="206148" y="3356787"/>
                  </a:lnTo>
                  <a:lnTo>
                    <a:pt x="241461" y="3384255"/>
                  </a:lnTo>
                  <a:lnTo>
                    <a:pt x="278838" y="3408626"/>
                  </a:lnTo>
                  <a:lnTo>
                    <a:pt x="318116" y="3429725"/>
                  </a:lnTo>
                  <a:lnTo>
                    <a:pt x="359135" y="3447379"/>
                  </a:lnTo>
                  <a:lnTo>
                    <a:pt x="401732" y="3461413"/>
                  </a:lnTo>
                  <a:lnTo>
                    <a:pt x="445748" y="3471653"/>
                  </a:lnTo>
                  <a:lnTo>
                    <a:pt x="491020" y="3477924"/>
                  </a:lnTo>
                  <a:lnTo>
                    <a:pt x="537387" y="3480054"/>
                  </a:lnTo>
                  <a:lnTo>
                    <a:pt x="9620427" y="3480054"/>
                  </a:lnTo>
                  <a:lnTo>
                    <a:pt x="9666796" y="3477924"/>
                  </a:lnTo>
                  <a:lnTo>
                    <a:pt x="9712068" y="3471653"/>
                  </a:lnTo>
                  <a:lnTo>
                    <a:pt x="9756083" y="3461413"/>
                  </a:lnTo>
                  <a:lnTo>
                    <a:pt x="9798679" y="3447379"/>
                  </a:lnTo>
                  <a:lnTo>
                    <a:pt x="9839695" y="3429725"/>
                  </a:lnTo>
                  <a:lnTo>
                    <a:pt x="9878971" y="3408626"/>
                  </a:lnTo>
                  <a:lnTo>
                    <a:pt x="9916344" y="3384255"/>
                  </a:lnTo>
                  <a:lnTo>
                    <a:pt x="9951653" y="3356787"/>
                  </a:lnTo>
                  <a:lnTo>
                    <a:pt x="9984738" y="3326396"/>
                  </a:lnTo>
                  <a:lnTo>
                    <a:pt x="10015437" y="3293257"/>
                  </a:lnTo>
                  <a:lnTo>
                    <a:pt x="10043588" y="3257542"/>
                  </a:lnTo>
                  <a:lnTo>
                    <a:pt x="10069032" y="3219428"/>
                  </a:lnTo>
                  <a:lnTo>
                    <a:pt x="10091606" y="3179086"/>
                  </a:lnTo>
                  <a:lnTo>
                    <a:pt x="10111149" y="3136693"/>
                  </a:lnTo>
                  <a:lnTo>
                    <a:pt x="10127501" y="3092423"/>
                  </a:lnTo>
                  <a:lnTo>
                    <a:pt x="10140499" y="3046448"/>
                  </a:lnTo>
                  <a:lnTo>
                    <a:pt x="10149984" y="2998944"/>
                  </a:lnTo>
                  <a:lnTo>
                    <a:pt x="10155792" y="2950085"/>
                  </a:lnTo>
                  <a:lnTo>
                    <a:pt x="10157764" y="2900045"/>
                  </a:lnTo>
                  <a:lnTo>
                    <a:pt x="10157764" y="580009"/>
                  </a:lnTo>
                  <a:lnTo>
                    <a:pt x="10155792" y="529968"/>
                  </a:lnTo>
                  <a:lnTo>
                    <a:pt x="10149984" y="481109"/>
                  </a:lnTo>
                  <a:lnTo>
                    <a:pt x="10140499" y="433605"/>
                  </a:lnTo>
                  <a:lnTo>
                    <a:pt x="10127501" y="387630"/>
                  </a:lnTo>
                  <a:lnTo>
                    <a:pt x="10111149" y="343360"/>
                  </a:lnTo>
                  <a:lnTo>
                    <a:pt x="10091606" y="300967"/>
                  </a:lnTo>
                  <a:lnTo>
                    <a:pt x="10069032" y="260625"/>
                  </a:lnTo>
                  <a:lnTo>
                    <a:pt x="10043588" y="222511"/>
                  </a:lnTo>
                  <a:lnTo>
                    <a:pt x="10015437" y="186796"/>
                  </a:lnTo>
                  <a:lnTo>
                    <a:pt x="9984738" y="153657"/>
                  </a:lnTo>
                  <a:lnTo>
                    <a:pt x="9951653" y="123266"/>
                  </a:lnTo>
                  <a:lnTo>
                    <a:pt x="9916344" y="95798"/>
                  </a:lnTo>
                  <a:lnTo>
                    <a:pt x="9878971" y="71427"/>
                  </a:lnTo>
                  <a:lnTo>
                    <a:pt x="9839695" y="50328"/>
                  </a:lnTo>
                  <a:lnTo>
                    <a:pt x="9798679" y="32674"/>
                  </a:lnTo>
                  <a:lnTo>
                    <a:pt x="9756083" y="18640"/>
                  </a:lnTo>
                  <a:lnTo>
                    <a:pt x="9712068" y="8400"/>
                  </a:lnTo>
                  <a:lnTo>
                    <a:pt x="9666796" y="2129"/>
                  </a:lnTo>
                  <a:lnTo>
                    <a:pt x="9620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1800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9" name="Google Shape;252;p5">
            <a:extLst>
              <a:ext uri="{FF2B5EF4-FFF2-40B4-BE49-F238E27FC236}">
                <a16:creationId xmlns:a16="http://schemas.microsoft.com/office/drawing/2014/main" id="{CA728092-4B20-3E1E-77C1-10EF44D280A4}"/>
              </a:ext>
            </a:extLst>
          </p:cNvPr>
          <p:cNvSpPr/>
          <p:nvPr/>
        </p:nvSpPr>
        <p:spPr>
          <a:xfrm>
            <a:off x="1108594" y="813299"/>
            <a:ext cx="22464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Situación actual</a:t>
            </a:r>
            <a:endParaRPr lang="es-CO" noProof="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F406EF2-F001-1E11-4123-9531D3AE2740}"/>
              </a:ext>
            </a:extLst>
          </p:cNvPr>
          <p:cNvSpPr txBox="1"/>
          <p:nvPr/>
        </p:nvSpPr>
        <p:spPr>
          <a:xfrm>
            <a:off x="1014723" y="1060619"/>
            <a:ext cx="7873573" cy="99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CO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Hoy en día IPS SANTA LUCIA  gestiona: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Volumen:</a:t>
            </a:r>
            <a:r>
              <a:rPr lang="es-CO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300 PACIENTES diarios que llegan a la Ips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Proceso manual:</a:t>
            </a:r>
            <a:r>
              <a:rPr lang="es-CO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el personal administrativo realiza transcripción y consulta web individual de autorizaciones medicas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Riesgo:</a:t>
            </a:r>
            <a:r>
              <a:rPr lang="es-CO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 Errores de transcripción por cansancio y fatiga en la autorización medica por el alto volumen.</a:t>
            </a: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6D9B70D1-6611-6E7A-F9E4-96D923D8108B}"/>
              </a:ext>
            </a:extLst>
          </p:cNvPr>
          <p:cNvGrpSpPr/>
          <p:nvPr/>
        </p:nvGrpSpPr>
        <p:grpSpPr>
          <a:xfrm>
            <a:off x="1898191" y="2319062"/>
            <a:ext cx="6106635" cy="2161768"/>
            <a:chOff x="347472" y="1371600"/>
            <a:chExt cx="8284464" cy="2651760"/>
          </a:xfrm>
        </p:grpSpPr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F0781ED2-E7A4-E6F4-E8C8-BBF7057089A9}"/>
                </a:ext>
              </a:extLst>
            </p:cNvPr>
            <p:cNvSpPr/>
            <p:nvPr/>
          </p:nvSpPr>
          <p:spPr>
            <a:xfrm>
              <a:off x="347472" y="1371600"/>
              <a:ext cx="1920240" cy="2651760"/>
            </a:xfrm>
            <a:prstGeom prst="roundRect">
              <a:avLst>
                <a:gd name="adj" fmla="val 5714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5130BFE8-325A-910F-DE29-488EC202AEB3}"/>
                </a:ext>
              </a:extLst>
            </p:cNvPr>
            <p:cNvSpPr/>
            <p:nvPr/>
          </p:nvSpPr>
          <p:spPr>
            <a:xfrm>
              <a:off x="987552" y="1508760"/>
              <a:ext cx="658368" cy="658368"/>
            </a:xfrm>
            <a:prstGeom prst="ellipse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Text 5">
              <a:extLst>
                <a:ext uri="{FF2B5EF4-FFF2-40B4-BE49-F238E27FC236}">
                  <a16:creationId xmlns:a16="http://schemas.microsoft.com/office/drawing/2014/main" id="{035E4DE7-A338-98B1-7F4D-20A9666ABDA5}"/>
                </a:ext>
              </a:extLst>
            </p:cNvPr>
            <p:cNvSpPr/>
            <p:nvPr/>
          </p:nvSpPr>
          <p:spPr>
            <a:xfrm>
              <a:off x="987552" y="150876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2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</a:t>
              </a:r>
              <a:endParaRPr lang="es-CO" sz="2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Text 6">
              <a:extLst>
                <a:ext uri="{FF2B5EF4-FFF2-40B4-BE49-F238E27FC236}">
                  <a16:creationId xmlns:a16="http://schemas.microsoft.com/office/drawing/2014/main" id="{2E9CBC50-6987-EAE8-965A-C750A2E8DD4B}"/>
                </a:ext>
              </a:extLst>
            </p:cNvPr>
            <p:cNvSpPr/>
            <p:nvPr/>
          </p:nvSpPr>
          <p:spPr>
            <a:xfrm>
              <a:off x="393192" y="2267712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Transcripción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manual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Text 7">
              <a:extLst>
                <a:ext uri="{FF2B5EF4-FFF2-40B4-BE49-F238E27FC236}">
                  <a16:creationId xmlns:a16="http://schemas.microsoft.com/office/drawing/2014/main" id="{9B96A2B7-13B8-80A5-BBA0-316C704AD829}"/>
                </a:ext>
              </a:extLst>
            </p:cNvPr>
            <p:cNvSpPr/>
            <p:nvPr/>
          </p:nvSpPr>
          <p:spPr>
            <a:xfrm>
              <a:off x="438912" y="2816352"/>
              <a:ext cx="173736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Los datos del formulario físico se copiaban a mano en una hoja de Excel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72FE7A0C-A013-6A71-5AF7-C978C00525DB}"/>
                </a:ext>
              </a:extLst>
            </p:cNvPr>
            <p:cNvSpPr/>
            <p:nvPr/>
          </p:nvSpPr>
          <p:spPr>
            <a:xfrm>
              <a:off x="2468880" y="1371600"/>
              <a:ext cx="1920240" cy="2651760"/>
            </a:xfrm>
            <a:prstGeom prst="roundRect">
              <a:avLst>
                <a:gd name="adj" fmla="val 5714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4A7EBAD4-8D80-3EFF-18A2-78AE9102B13D}"/>
                </a:ext>
              </a:extLst>
            </p:cNvPr>
            <p:cNvSpPr/>
            <p:nvPr/>
          </p:nvSpPr>
          <p:spPr>
            <a:xfrm>
              <a:off x="3108960" y="1508760"/>
              <a:ext cx="658368" cy="658368"/>
            </a:xfrm>
            <a:prstGeom prst="ellipse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8" name="Text 10">
              <a:extLst>
                <a:ext uri="{FF2B5EF4-FFF2-40B4-BE49-F238E27FC236}">
                  <a16:creationId xmlns:a16="http://schemas.microsoft.com/office/drawing/2014/main" id="{6B303CE7-A711-DD07-FBC7-341A9956DA1F}"/>
                </a:ext>
              </a:extLst>
            </p:cNvPr>
            <p:cNvSpPr/>
            <p:nvPr/>
          </p:nvSpPr>
          <p:spPr>
            <a:xfrm>
              <a:off x="3108960" y="150876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2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2</a:t>
              </a:r>
              <a:endParaRPr lang="es-CO" sz="2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9" name="Text 11">
              <a:extLst>
                <a:ext uri="{FF2B5EF4-FFF2-40B4-BE49-F238E27FC236}">
                  <a16:creationId xmlns:a16="http://schemas.microsoft.com/office/drawing/2014/main" id="{61C21661-8EF3-CDD2-3F1F-9845481FB225}"/>
                </a:ext>
              </a:extLst>
            </p:cNvPr>
            <p:cNvSpPr/>
            <p:nvPr/>
          </p:nvSpPr>
          <p:spPr>
            <a:xfrm>
              <a:off x="2514600" y="2267712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Consulta web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individual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0" name="Text 12">
              <a:extLst>
                <a:ext uri="{FF2B5EF4-FFF2-40B4-BE49-F238E27FC236}">
                  <a16:creationId xmlns:a16="http://schemas.microsoft.com/office/drawing/2014/main" id="{8AD6802D-2C3A-EE42-C345-859D349CC43B}"/>
                </a:ext>
              </a:extLst>
            </p:cNvPr>
            <p:cNvSpPr/>
            <p:nvPr/>
          </p:nvSpPr>
          <p:spPr>
            <a:xfrm>
              <a:off x="2560320" y="2816352"/>
              <a:ext cx="173736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Cada autorización se verificaba una a una en la plataforma de Salud Total EPS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Shape 13">
              <a:extLst>
                <a:ext uri="{FF2B5EF4-FFF2-40B4-BE49-F238E27FC236}">
                  <a16:creationId xmlns:a16="http://schemas.microsoft.com/office/drawing/2014/main" id="{9278720E-FCC4-E801-E2C6-9AFBAA8B815C}"/>
                </a:ext>
              </a:extLst>
            </p:cNvPr>
            <p:cNvSpPr/>
            <p:nvPr/>
          </p:nvSpPr>
          <p:spPr>
            <a:xfrm>
              <a:off x="4590288" y="1371600"/>
              <a:ext cx="1920240" cy="2651760"/>
            </a:xfrm>
            <a:prstGeom prst="roundRect">
              <a:avLst>
                <a:gd name="adj" fmla="val 5714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2" name="Shape 14">
              <a:extLst>
                <a:ext uri="{FF2B5EF4-FFF2-40B4-BE49-F238E27FC236}">
                  <a16:creationId xmlns:a16="http://schemas.microsoft.com/office/drawing/2014/main" id="{F039101B-ACE9-5E46-F2A6-DFC9F13E4CE7}"/>
                </a:ext>
              </a:extLst>
            </p:cNvPr>
            <p:cNvSpPr/>
            <p:nvPr/>
          </p:nvSpPr>
          <p:spPr>
            <a:xfrm>
              <a:off x="5230368" y="1508760"/>
              <a:ext cx="658368" cy="658368"/>
            </a:xfrm>
            <a:prstGeom prst="ellipse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3" name="Text 15">
              <a:extLst>
                <a:ext uri="{FF2B5EF4-FFF2-40B4-BE49-F238E27FC236}">
                  <a16:creationId xmlns:a16="http://schemas.microsoft.com/office/drawing/2014/main" id="{9A4FCFF4-5971-2FA9-4D8E-1DB737DAF244}"/>
                </a:ext>
              </a:extLst>
            </p:cNvPr>
            <p:cNvSpPr/>
            <p:nvPr/>
          </p:nvSpPr>
          <p:spPr>
            <a:xfrm>
              <a:off x="5230368" y="150876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2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3</a:t>
              </a:r>
              <a:endParaRPr lang="es-CO" sz="2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79D06997-B058-A3A6-0CC2-6364F542D51B}"/>
                </a:ext>
              </a:extLst>
            </p:cNvPr>
            <p:cNvSpPr/>
            <p:nvPr/>
          </p:nvSpPr>
          <p:spPr>
            <a:xfrm>
              <a:off x="4636008" y="2267712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Errores de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digitación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5" name="Text 17">
              <a:extLst>
                <a:ext uri="{FF2B5EF4-FFF2-40B4-BE49-F238E27FC236}">
                  <a16:creationId xmlns:a16="http://schemas.microsoft.com/office/drawing/2014/main" id="{9A92CFBE-689F-A199-4253-10072A6B957E}"/>
                </a:ext>
              </a:extLst>
            </p:cNvPr>
            <p:cNvSpPr/>
            <p:nvPr/>
          </p:nvSpPr>
          <p:spPr>
            <a:xfrm>
              <a:off x="4681728" y="2816352"/>
              <a:ext cx="173736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La transcripción manual generaba errores frecuentes en números de 15+ dígitos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6" name="Shape 18">
              <a:extLst>
                <a:ext uri="{FF2B5EF4-FFF2-40B4-BE49-F238E27FC236}">
                  <a16:creationId xmlns:a16="http://schemas.microsoft.com/office/drawing/2014/main" id="{36603972-5CAD-8FD8-47A4-242197569E4B}"/>
                </a:ext>
              </a:extLst>
            </p:cNvPr>
            <p:cNvSpPr/>
            <p:nvPr/>
          </p:nvSpPr>
          <p:spPr>
            <a:xfrm>
              <a:off x="6711696" y="1371600"/>
              <a:ext cx="1920240" cy="2651760"/>
            </a:xfrm>
            <a:prstGeom prst="roundRect">
              <a:avLst>
                <a:gd name="adj" fmla="val 5714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7" name="Shape 19">
              <a:extLst>
                <a:ext uri="{FF2B5EF4-FFF2-40B4-BE49-F238E27FC236}">
                  <a16:creationId xmlns:a16="http://schemas.microsoft.com/office/drawing/2014/main" id="{D61B37D4-1882-B513-FF4C-2D47F994BB7E}"/>
                </a:ext>
              </a:extLst>
            </p:cNvPr>
            <p:cNvSpPr/>
            <p:nvPr/>
          </p:nvSpPr>
          <p:spPr>
            <a:xfrm>
              <a:off x="7351776" y="1508760"/>
              <a:ext cx="658368" cy="658368"/>
            </a:xfrm>
            <a:prstGeom prst="ellipse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8" name="Text 20">
              <a:extLst>
                <a:ext uri="{FF2B5EF4-FFF2-40B4-BE49-F238E27FC236}">
                  <a16:creationId xmlns:a16="http://schemas.microsoft.com/office/drawing/2014/main" id="{FDFF4C4C-F2E1-F474-0DAD-D1FD9A94F2EF}"/>
                </a:ext>
              </a:extLst>
            </p:cNvPr>
            <p:cNvSpPr/>
            <p:nvPr/>
          </p:nvSpPr>
          <p:spPr>
            <a:xfrm>
              <a:off x="7351776" y="150876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2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4</a:t>
              </a:r>
              <a:endParaRPr lang="es-CO" sz="2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Text 21">
              <a:extLst>
                <a:ext uri="{FF2B5EF4-FFF2-40B4-BE49-F238E27FC236}">
                  <a16:creationId xmlns:a16="http://schemas.microsoft.com/office/drawing/2014/main" id="{1D2A7D11-FF7D-BDE4-B8BD-B818C6D344C3}"/>
                </a:ext>
              </a:extLst>
            </p:cNvPr>
            <p:cNvSpPr/>
            <p:nvPr/>
          </p:nvSpPr>
          <p:spPr>
            <a:xfrm>
              <a:off x="6757416" y="2267712"/>
              <a:ext cx="18288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Alto costo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en tiempo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0" name="Text 22">
              <a:extLst>
                <a:ext uri="{FF2B5EF4-FFF2-40B4-BE49-F238E27FC236}">
                  <a16:creationId xmlns:a16="http://schemas.microsoft.com/office/drawing/2014/main" id="{81616BCB-DF0C-316D-1843-ACF06D828178}"/>
                </a:ext>
              </a:extLst>
            </p:cNvPr>
            <p:cNvSpPr/>
            <p:nvPr/>
          </p:nvSpPr>
          <p:spPr>
            <a:xfrm>
              <a:off x="6803136" y="2816352"/>
              <a:ext cx="173736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El proceso completo consumía horas de trabajo administrativo cada día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108A0D2A-1FE7-A5C4-7ECC-8D922103D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604" y="0"/>
            <a:ext cx="80772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F2996-BF08-BC11-133C-F20F6638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4;p7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EC2CEC93-2CC7-ABCB-B5B3-B78F0F7A5F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4488"/>
          <a:stretch>
            <a:fillRect/>
          </a:stretch>
        </p:blipFill>
        <p:spPr>
          <a:xfrm>
            <a:off x="0" y="0"/>
            <a:ext cx="85457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89F8CFE-26EC-A88D-4F1E-8E231B6DFECE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PROCESO ALTO IMPACTO (Solución)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51D1B282-2C9E-2531-C860-C0C47D3054B4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grpSp>
        <p:nvGrpSpPr>
          <p:cNvPr id="20" name="Google Shape;168;p3">
            <a:extLst>
              <a:ext uri="{FF2B5EF4-FFF2-40B4-BE49-F238E27FC236}">
                <a16:creationId xmlns:a16="http://schemas.microsoft.com/office/drawing/2014/main" id="{9D8BAE04-53A9-BA43-F39E-A20309A6A9D8}"/>
              </a:ext>
            </a:extLst>
          </p:cNvPr>
          <p:cNvGrpSpPr/>
          <p:nvPr/>
        </p:nvGrpSpPr>
        <p:grpSpPr>
          <a:xfrm>
            <a:off x="691463" y="766756"/>
            <a:ext cx="8282068" cy="821012"/>
            <a:chOff x="669009" y="1794766"/>
            <a:chExt cx="10572793" cy="3893858"/>
          </a:xfrm>
        </p:grpSpPr>
        <p:pic>
          <p:nvPicPr>
            <p:cNvPr id="21" name="Google Shape;169;p3">
              <a:extLst>
                <a:ext uri="{FF2B5EF4-FFF2-40B4-BE49-F238E27FC236}">
                  <a16:creationId xmlns:a16="http://schemas.microsoft.com/office/drawing/2014/main" id="{364DD29F-1087-38D1-8965-1A83DCE9E37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9009" y="1794766"/>
              <a:ext cx="10572793" cy="3893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70;p3">
              <a:extLst>
                <a:ext uri="{FF2B5EF4-FFF2-40B4-BE49-F238E27FC236}">
                  <a16:creationId xmlns:a16="http://schemas.microsoft.com/office/drawing/2014/main" id="{9F573566-653C-AFCC-450A-0093839501F3}"/>
                </a:ext>
              </a:extLst>
            </p:cNvPr>
            <p:cNvSpPr/>
            <p:nvPr/>
          </p:nvSpPr>
          <p:spPr>
            <a:xfrm>
              <a:off x="866089" y="1953387"/>
              <a:ext cx="10158095" cy="3480435"/>
            </a:xfrm>
            <a:custGeom>
              <a:avLst/>
              <a:gdLst/>
              <a:ahLst/>
              <a:cxnLst/>
              <a:rect l="l" t="t" r="r" b="b"/>
              <a:pathLst>
                <a:path w="10158095" h="3480435" extrusionOk="0">
                  <a:moveTo>
                    <a:pt x="9620427" y="0"/>
                  </a:moveTo>
                  <a:lnTo>
                    <a:pt x="537387" y="0"/>
                  </a:lnTo>
                  <a:lnTo>
                    <a:pt x="491020" y="2129"/>
                  </a:lnTo>
                  <a:lnTo>
                    <a:pt x="445748" y="8400"/>
                  </a:lnTo>
                  <a:lnTo>
                    <a:pt x="401732" y="18640"/>
                  </a:lnTo>
                  <a:lnTo>
                    <a:pt x="359135" y="32674"/>
                  </a:lnTo>
                  <a:lnTo>
                    <a:pt x="318116" y="50328"/>
                  </a:lnTo>
                  <a:lnTo>
                    <a:pt x="278838" y="71427"/>
                  </a:lnTo>
                  <a:lnTo>
                    <a:pt x="241461" y="95798"/>
                  </a:lnTo>
                  <a:lnTo>
                    <a:pt x="206148" y="123266"/>
                  </a:lnTo>
                  <a:lnTo>
                    <a:pt x="173059" y="153657"/>
                  </a:lnTo>
                  <a:lnTo>
                    <a:pt x="142355" y="186796"/>
                  </a:lnTo>
                  <a:lnTo>
                    <a:pt x="114199" y="222511"/>
                  </a:lnTo>
                  <a:lnTo>
                    <a:pt x="88751" y="260625"/>
                  </a:lnTo>
                  <a:lnTo>
                    <a:pt x="66172" y="300967"/>
                  </a:lnTo>
                  <a:lnTo>
                    <a:pt x="46625" y="343360"/>
                  </a:lnTo>
                  <a:lnTo>
                    <a:pt x="30270" y="387630"/>
                  </a:lnTo>
                  <a:lnTo>
                    <a:pt x="17269" y="433605"/>
                  </a:lnTo>
                  <a:lnTo>
                    <a:pt x="7782" y="481109"/>
                  </a:lnTo>
                  <a:lnTo>
                    <a:pt x="1972" y="529968"/>
                  </a:lnTo>
                  <a:lnTo>
                    <a:pt x="0" y="580009"/>
                  </a:lnTo>
                  <a:lnTo>
                    <a:pt x="0" y="2900045"/>
                  </a:lnTo>
                  <a:lnTo>
                    <a:pt x="1972" y="2950085"/>
                  </a:lnTo>
                  <a:lnTo>
                    <a:pt x="7782" y="2998944"/>
                  </a:lnTo>
                  <a:lnTo>
                    <a:pt x="17269" y="3046448"/>
                  </a:lnTo>
                  <a:lnTo>
                    <a:pt x="30270" y="3092423"/>
                  </a:lnTo>
                  <a:lnTo>
                    <a:pt x="46625" y="3136693"/>
                  </a:lnTo>
                  <a:lnTo>
                    <a:pt x="66172" y="3179086"/>
                  </a:lnTo>
                  <a:lnTo>
                    <a:pt x="88751" y="3219428"/>
                  </a:lnTo>
                  <a:lnTo>
                    <a:pt x="114199" y="3257542"/>
                  </a:lnTo>
                  <a:lnTo>
                    <a:pt x="142355" y="3293257"/>
                  </a:lnTo>
                  <a:lnTo>
                    <a:pt x="173059" y="3326396"/>
                  </a:lnTo>
                  <a:lnTo>
                    <a:pt x="206148" y="3356787"/>
                  </a:lnTo>
                  <a:lnTo>
                    <a:pt x="241461" y="3384255"/>
                  </a:lnTo>
                  <a:lnTo>
                    <a:pt x="278838" y="3408626"/>
                  </a:lnTo>
                  <a:lnTo>
                    <a:pt x="318116" y="3429725"/>
                  </a:lnTo>
                  <a:lnTo>
                    <a:pt x="359135" y="3447379"/>
                  </a:lnTo>
                  <a:lnTo>
                    <a:pt x="401732" y="3461413"/>
                  </a:lnTo>
                  <a:lnTo>
                    <a:pt x="445748" y="3471653"/>
                  </a:lnTo>
                  <a:lnTo>
                    <a:pt x="491020" y="3477924"/>
                  </a:lnTo>
                  <a:lnTo>
                    <a:pt x="537387" y="3480054"/>
                  </a:lnTo>
                  <a:lnTo>
                    <a:pt x="9620427" y="3480054"/>
                  </a:lnTo>
                  <a:lnTo>
                    <a:pt x="9666796" y="3477924"/>
                  </a:lnTo>
                  <a:lnTo>
                    <a:pt x="9712068" y="3471653"/>
                  </a:lnTo>
                  <a:lnTo>
                    <a:pt x="9756083" y="3461413"/>
                  </a:lnTo>
                  <a:lnTo>
                    <a:pt x="9798679" y="3447379"/>
                  </a:lnTo>
                  <a:lnTo>
                    <a:pt x="9839695" y="3429725"/>
                  </a:lnTo>
                  <a:lnTo>
                    <a:pt x="9878971" y="3408626"/>
                  </a:lnTo>
                  <a:lnTo>
                    <a:pt x="9916344" y="3384255"/>
                  </a:lnTo>
                  <a:lnTo>
                    <a:pt x="9951653" y="3356787"/>
                  </a:lnTo>
                  <a:lnTo>
                    <a:pt x="9984738" y="3326396"/>
                  </a:lnTo>
                  <a:lnTo>
                    <a:pt x="10015437" y="3293257"/>
                  </a:lnTo>
                  <a:lnTo>
                    <a:pt x="10043588" y="3257542"/>
                  </a:lnTo>
                  <a:lnTo>
                    <a:pt x="10069032" y="3219428"/>
                  </a:lnTo>
                  <a:lnTo>
                    <a:pt x="10091606" y="3179086"/>
                  </a:lnTo>
                  <a:lnTo>
                    <a:pt x="10111149" y="3136693"/>
                  </a:lnTo>
                  <a:lnTo>
                    <a:pt x="10127501" y="3092423"/>
                  </a:lnTo>
                  <a:lnTo>
                    <a:pt x="10140499" y="3046448"/>
                  </a:lnTo>
                  <a:lnTo>
                    <a:pt x="10149984" y="2998944"/>
                  </a:lnTo>
                  <a:lnTo>
                    <a:pt x="10155792" y="2950085"/>
                  </a:lnTo>
                  <a:lnTo>
                    <a:pt x="10157764" y="2900045"/>
                  </a:lnTo>
                  <a:lnTo>
                    <a:pt x="10157764" y="580009"/>
                  </a:lnTo>
                  <a:lnTo>
                    <a:pt x="10155792" y="529968"/>
                  </a:lnTo>
                  <a:lnTo>
                    <a:pt x="10149984" y="481109"/>
                  </a:lnTo>
                  <a:lnTo>
                    <a:pt x="10140499" y="433605"/>
                  </a:lnTo>
                  <a:lnTo>
                    <a:pt x="10127501" y="387630"/>
                  </a:lnTo>
                  <a:lnTo>
                    <a:pt x="10111149" y="343360"/>
                  </a:lnTo>
                  <a:lnTo>
                    <a:pt x="10091606" y="300967"/>
                  </a:lnTo>
                  <a:lnTo>
                    <a:pt x="10069032" y="260625"/>
                  </a:lnTo>
                  <a:lnTo>
                    <a:pt x="10043588" y="222511"/>
                  </a:lnTo>
                  <a:lnTo>
                    <a:pt x="10015437" y="186796"/>
                  </a:lnTo>
                  <a:lnTo>
                    <a:pt x="9984738" y="153657"/>
                  </a:lnTo>
                  <a:lnTo>
                    <a:pt x="9951653" y="123266"/>
                  </a:lnTo>
                  <a:lnTo>
                    <a:pt x="9916344" y="95798"/>
                  </a:lnTo>
                  <a:lnTo>
                    <a:pt x="9878971" y="71427"/>
                  </a:lnTo>
                  <a:lnTo>
                    <a:pt x="9839695" y="50328"/>
                  </a:lnTo>
                  <a:lnTo>
                    <a:pt x="9798679" y="32674"/>
                  </a:lnTo>
                  <a:lnTo>
                    <a:pt x="9756083" y="18640"/>
                  </a:lnTo>
                  <a:lnTo>
                    <a:pt x="9712068" y="8400"/>
                  </a:lnTo>
                  <a:lnTo>
                    <a:pt x="9666796" y="2129"/>
                  </a:lnTo>
                  <a:lnTo>
                    <a:pt x="9620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sz="1800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9" name="Google Shape;252;p5">
            <a:extLst>
              <a:ext uri="{FF2B5EF4-FFF2-40B4-BE49-F238E27FC236}">
                <a16:creationId xmlns:a16="http://schemas.microsoft.com/office/drawing/2014/main" id="{7F25799B-F9E8-7598-AEED-5DF4EB347E18}"/>
              </a:ext>
            </a:extLst>
          </p:cNvPr>
          <p:cNvSpPr/>
          <p:nvPr/>
        </p:nvSpPr>
        <p:spPr>
          <a:xfrm>
            <a:off x="1002590" y="789913"/>
            <a:ext cx="224640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Rpa + IA</a:t>
            </a:r>
            <a:endParaRPr lang="es-CO" noProof="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9848880-97B8-2C9C-AFFD-39F4429EE4D6}"/>
              </a:ext>
            </a:extLst>
          </p:cNvPr>
          <p:cNvSpPr txBox="1"/>
          <p:nvPr/>
        </p:nvSpPr>
        <p:spPr>
          <a:xfrm>
            <a:off x="1014723" y="1060619"/>
            <a:ext cx="7873573" cy="30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CO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LUCÍA automatiza completamente el flujo — desde el PDF hasta la verificación en la EPS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679CB3F-E92C-5E21-3B3F-E32B73E75919}"/>
              </a:ext>
            </a:extLst>
          </p:cNvPr>
          <p:cNvGrpSpPr/>
          <p:nvPr/>
        </p:nvGrpSpPr>
        <p:grpSpPr>
          <a:xfrm>
            <a:off x="1987329" y="1664985"/>
            <a:ext cx="5928360" cy="2644140"/>
            <a:chOff x="457200" y="1325880"/>
            <a:chExt cx="8321040" cy="338328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66DE9087-F9CC-26BD-9279-07EFC9A61BFF}"/>
                </a:ext>
              </a:extLst>
            </p:cNvPr>
            <p:cNvSpPr/>
            <p:nvPr/>
          </p:nvSpPr>
          <p:spPr>
            <a:xfrm>
              <a:off x="457200" y="1325880"/>
              <a:ext cx="2651760" cy="3383280"/>
            </a:xfrm>
            <a:prstGeom prst="roundRect">
              <a:avLst>
                <a:gd name="adj" fmla="val 5172"/>
              </a:avLst>
            </a:prstGeom>
            <a:solidFill>
              <a:srgbClr val="FFFFFF">
                <a:alpha val="94000"/>
              </a:srgbClr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4BC3042E-5E12-CE9D-AAC7-3E637A6EC822}"/>
                </a:ext>
              </a:extLst>
            </p:cNvPr>
            <p:cNvSpPr/>
            <p:nvPr/>
          </p:nvSpPr>
          <p:spPr>
            <a:xfrm>
              <a:off x="457200" y="150876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4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👁️</a:t>
              </a:r>
              <a:endParaRPr lang="es-CO" sz="4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6820EC0-2736-C2D8-6AFF-75AECB2A27E2}"/>
                </a:ext>
              </a:extLst>
            </p:cNvPr>
            <p:cNvSpPr/>
            <p:nvPr/>
          </p:nvSpPr>
          <p:spPr>
            <a:xfrm>
              <a:off x="457200" y="2331720"/>
              <a:ext cx="26517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0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LEER</a:t>
              </a:r>
              <a:endParaRPr lang="es-CO" sz="2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5CCE5EAD-AEAB-23EE-AB11-7C6A7406BF22}"/>
                </a:ext>
              </a:extLst>
            </p:cNvPr>
            <p:cNvSpPr/>
            <p:nvPr/>
          </p:nvSpPr>
          <p:spPr>
            <a:xfrm>
              <a:off x="594360" y="2880360"/>
              <a:ext cx="237744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GPT-4o Vision (Componente IA)  lee formularios</a:t>
              </a:r>
              <a:r>
                <a:rPr lang="es-CO" sz="1150" noProof="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manuscritos y escaneados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 zoom 3x (</a:t>
              </a:r>
              <a:r>
                <a:rPr lang="es-CO" sz="1150" noProof="0" dirty="0" err="1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PyMuPDF</a:t>
              </a: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)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2464C4A3-B0E8-87C4-89F5-393256EA7440}"/>
                </a:ext>
              </a:extLst>
            </p:cNvPr>
            <p:cNvSpPr/>
            <p:nvPr/>
          </p:nvSpPr>
          <p:spPr>
            <a:xfrm>
              <a:off x="3291840" y="1325880"/>
              <a:ext cx="2651760" cy="3383280"/>
            </a:xfrm>
            <a:prstGeom prst="roundRect">
              <a:avLst>
                <a:gd name="adj" fmla="val 5172"/>
              </a:avLst>
            </a:prstGeom>
            <a:solidFill>
              <a:srgbClr val="FFFFFF">
                <a:alpha val="94000"/>
              </a:srgbClr>
            </a:solidFill>
            <a:ln w="254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E8BADB53-58CE-E4CF-E418-25C47ED422DE}"/>
                </a:ext>
              </a:extLst>
            </p:cNvPr>
            <p:cNvSpPr/>
            <p:nvPr/>
          </p:nvSpPr>
          <p:spPr>
            <a:xfrm>
              <a:off x="3291840" y="150876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4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📊</a:t>
              </a:r>
              <a:endParaRPr lang="es-CO" sz="4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464046E5-7D5F-C1C3-9446-3617537EF29E}"/>
                </a:ext>
              </a:extLst>
            </p:cNvPr>
            <p:cNvSpPr/>
            <p:nvPr/>
          </p:nvSpPr>
          <p:spPr>
            <a:xfrm>
              <a:off x="3291840" y="2331720"/>
              <a:ext cx="26517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000" b="1" noProof="0" dirty="0">
                  <a:solidFill>
                    <a:srgbClr val="7C3AED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CONSOLIDAR</a:t>
              </a:r>
              <a:endParaRPr lang="es-CO" sz="2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CF01F548-9C7D-C450-5C19-C5848561A6C0}"/>
                </a:ext>
              </a:extLst>
            </p:cNvPr>
            <p:cNvSpPr/>
            <p:nvPr/>
          </p:nvSpPr>
          <p:spPr>
            <a:xfrm>
              <a:off x="3429000" y="2880360"/>
              <a:ext cx="237744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Excel inteligente con validación de duplicidad automática por AUT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A64BB77A-D26C-2AB7-FE52-7A24204877A5}"/>
                </a:ext>
              </a:extLst>
            </p:cNvPr>
            <p:cNvSpPr/>
            <p:nvPr/>
          </p:nvSpPr>
          <p:spPr>
            <a:xfrm>
              <a:off x="6126480" y="1325880"/>
              <a:ext cx="2651760" cy="3383280"/>
            </a:xfrm>
            <a:prstGeom prst="roundRect">
              <a:avLst>
                <a:gd name="adj" fmla="val 5172"/>
              </a:avLst>
            </a:prstGeom>
            <a:solidFill>
              <a:srgbClr val="FFFFFF">
                <a:alpha val="94000"/>
              </a:srgbClr>
            </a:solidFill>
            <a:ln w="254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004F1164-C638-99E0-0828-BEAC3EF67B3F}"/>
                </a:ext>
              </a:extLst>
            </p:cNvPr>
            <p:cNvSpPr/>
            <p:nvPr/>
          </p:nvSpPr>
          <p:spPr>
            <a:xfrm>
              <a:off x="6126480" y="150876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4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🔍</a:t>
              </a:r>
              <a:endParaRPr lang="es-CO" sz="4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42FDF9FA-20B3-BAAC-6121-59E1DEC42D10}"/>
                </a:ext>
              </a:extLst>
            </p:cNvPr>
            <p:cNvSpPr/>
            <p:nvPr/>
          </p:nvSpPr>
          <p:spPr>
            <a:xfrm>
              <a:off x="6126480" y="2331720"/>
              <a:ext cx="26517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000" b="1" noProof="0" dirty="0">
                  <a:solidFill>
                    <a:srgbClr val="F59E0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VERIFICAR</a:t>
              </a:r>
              <a:endParaRPr lang="es-CO" sz="2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1A98AFA6-9D5A-586E-DA35-542E91FF55F6}"/>
                </a:ext>
              </a:extLst>
            </p:cNvPr>
            <p:cNvSpPr/>
            <p:nvPr/>
          </p:nvSpPr>
          <p:spPr>
            <a:xfrm>
              <a:off x="6263640" y="2880360"/>
              <a:ext cx="237744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Playwright consulta web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Salud Total EPS  y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150" noProof="0" dirty="0">
                  <a:solidFill>
                    <a:srgbClr val="1E3A5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escribe resultados en Excel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9BE56289-C62E-9210-B44B-068ED9F6D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604" y="0"/>
            <a:ext cx="80772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9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7ED0E-FB42-31B9-263C-FAB58B43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476F1985-BB8E-3999-9FDB-8F7CDC5D61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076B52C9-BAA3-BFDD-28D9-DC83E113FC61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ARQUITECTURA DEL PIPELINE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DDE7EFE9-91C5-4377-418B-04E2C1A9DB2F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661294F4-5B20-ECFA-96FA-0B9D90BB7399}"/>
              </a:ext>
            </a:extLst>
          </p:cNvPr>
          <p:cNvGrpSpPr/>
          <p:nvPr/>
        </p:nvGrpSpPr>
        <p:grpSpPr>
          <a:xfrm>
            <a:off x="499916" y="939800"/>
            <a:ext cx="7772401" cy="3629822"/>
            <a:chOff x="274320" y="822960"/>
            <a:chExt cx="8549640" cy="4005072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19061A2A-9C62-B8FC-9AAD-A2EE5FB9776D}"/>
                </a:ext>
              </a:extLst>
            </p:cNvPr>
            <p:cNvSpPr/>
            <p:nvPr/>
          </p:nvSpPr>
          <p:spPr>
            <a:xfrm>
              <a:off x="274320" y="822960"/>
              <a:ext cx="1600200" cy="3246120"/>
            </a:xfrm>
            <a:prstGeom prst="roundRect">
              <a:avLst>
                <a:gd name="adj" fmla="val 6857"/>
              </a:avLst>
            </a:prstGeom>
            <a:solidFill>
              <a:srgbClr val="0369A1">
                <a:alpha val="9000"/>
              </a:srgbClr>
            </a:solidFill>
            <a:ln w="22860">
              <a:solidFill>
                <a:srgbClr val="0369A1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A3F22C69-E8DF-D2AB-E2E5-C1E67EA15F60}"/>
                </a:ext>
              </a:extLst>
            </p:cNvPr>
            <p:cNvSpPr/>
            <p:nvPr/>
          </p:nvSpPr>
          <p:spPr>
            <a:xfrm>
              <a:off x="548640" y="96012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0369A1"/>
            </a:solidFill>
            <a:ln w="12700">
              <a:solidFill>
                <a:srgbClr val="0369A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78DE7E4C-73A5-3853-20A8-FC2F8F404B5C}"/>
                </a:ext>
              </a:extLst>
            </p:cNvPr>
            <p:cNvSpPr/>
            <p:nvPr/>
          </p:nvSpPr>
          <p:spPr>
            <a:xfrm>
              <a:off x="548640" y="96012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4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p01</a:t>
              </a:r>
              <a:endParaRPr lang="es-CO" sz="14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F43E1A84-E43A-3CAE-7942-A130E25C2B01}"/>
                </a:ext>
              </a:extLst>
            </p:cNvPr>
            <p:cNvSpPr/>
            <p:nvPr/>
          </p:nvSpPr>
          <p:spPr>
            <a:xfrm>
              <a:off x="320040" y="1463040"/>
              <a:ext cx="15087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0369A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Listar </a:t>
              </a:r>
              <a:r>
                <a:rPr lang="es-CO" sz="1150" b="1" noProof="0" dirty="0" err="1">
                  <a:solidFill>
                    <a:srgbClr val="0369A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PDFs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2679920A-C85A-C6D6-5710-0BB976C0EBFF}"/>
                </a:ext>
              </a:extLst>
            </p:cNvPr>
            <p:cNvSpPr/>
            <p:nvPr/>
          </p:nvSpPr>
          <p:spPr>
            <a:xfrm>
              <a:off x="329184" y="1993392"/>
              <a:ext cx="1490472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Escanea pacientes/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y detecta archivos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PDF nuevos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71B78833-9F4A-5FAC-C0D3-8380EEB28ACD}"/>
                </a:ext>
              </a:extLst>
            </p:cNvPr>
            <p:cNvSpPr/>
            <p:nvPr/>
          </p:nvSpPr>
          <p:spPr>
            <a:xfrm>
              <a:off x="1911096" y="2148840"/>
              <a:ext cx="10972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600" b="1" noProof="0" dirty="0">
                  <a:solidFill>
                    <a:srgbClr val="CBD5E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6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F2536808-2E6D-785E-8059-11AAA321524B}"/>
                </a:ext>
              </a:extLst>
            </p:cNvPr>
            <p:cNvSpPr/>
            <p:nvPr/>
          </p:nvSpPr>
          <p:spPr>
            <a:xfrm>
              <a:off x="2011680" y="822960"/>
              <a:ext cx="1600200" cy="3246120"/>
            </a:xfrm>
            <a:prstGeom prst="roundRect">
              <a:avLst>
                <a:gd name="adj" fmla="val 6857"/>
              </a:avLst>
            </a:prstGeom>
            <a:solidFill>
              <a:srgbClr val="0D9488">
                <a:alpha val="9000"/>
              </a:srgbClr>
            </a:solidFill>
            <a:ln w="22860">
              <a:solidFill>
                <a:srgbClr val="0D9488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Shape 9">
              <a:extLst>
                <a:ext uri="{FF2B5EF4-FFF2-40B4-BE49-F238E27FC236}">
                  <a16:creationId xmlns:a16="http://schemas.microsoft.com/office/drawing/2014/main" id="{01330A70-F6D7-6EC9-6B93-D42B6B7FC1AA}"/>
                </a:ext>
              </a:extLst>
            </p:cNvPr>
            <p:cNvSpPr/>
            <p:nvPr/>
          </p:nvSpPr>
          <p:spPr>
            <a:xfrm>
              <a:off x="2286000" y="96012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F5042E19-A8A8-2594-E7F0-A65D41BA87A4}"/>
                </a:ext>
              </a:extLst>
            </p:cNvPr>
            <p:cNvSpPr/>
            <p:nvPr/>
          </p:nvSpPr>
          <p:spPr>
            <a:xfrm>
              <a:off x="2286000" y="96012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4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p02</a:t>
              </a:r>
              <a:endParaRPr lang="es-CO" sz="14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4759715A-6585-8B2F-AC9A-04B6FC3E45B8}"/>
                </a:ext>
              </a:extLst>
            </p:cNvPr>
            <p:cNvSpPr/>
            <p:nvPr/>
          </p:nvSpPr>
          <p:spPr>
            <a:xfrm>
              <a:off x="2057400" y="1463040"/>
              <a:ext cx="15087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OCR con IA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B9364D2C-96D6-BDD8-40AA-5A8EA8582302}"/>
                </a:ext>
              </a:extLst>
            </p:cNvPr>
            <p:cNvSpPr/>
            <p:nvPr/>
          </p:nvSpPr>
          <p:spPr>
            <a:xfrm>
              <a:off x="2066544" y="1993392"/>
              <a:ext cx="1490472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GPT-4o Vision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extrae 4 campos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del formulario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B12893FD-60D7-D979-03A3-07E7DB5BBA86}"/>
                </a:ext>
              </a:extLst>
            </p:cNvPr>
            <p:cNvSpPr/>
            <p:nvPr/>
          </p:nvSpPr>
          <p:spPr>
            <a:xfrm>
              <a:off x="3648456" y="2148840"/>
              <a:ext cx="10972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600" b="1" noProof="0" dirty="0">
                  <a:solidFill>
                    <a:srgbClr val="CBD5E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6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73205E8D-7703-205A-04A2-651E4DC3A1D2}"/>
                </a:ext>
              </a:extLst>
            </p:cNvPr>
            <p:cNvSpPr/>
            <p:nvPr/>
          </p:nvSpPr>
          <p:spPr>
            <a:xfrm>
              <a:off x="3749040" y="822960"/>
              <a:ext cx="1600200" cy="3246120"/>
            </a:xfrm>
            <a:prstGeom prst="roundRect">
              <a:avLst>
                <a:gd name="adj" fmla="val 6857"/>
              </a:avLst>
            </a:prstGeom>
            <a:solidFill>
              <a:srgbClr val="7C3AED">
                <a:alpha val="9000"/>
              </a:srgbClr>
            </a:solidFill>
            <a:ln w="22860">
              <a:solidFill>
                <a:srgbClr val="7C3AE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63A72EAD-29CB-58E5-D5F9-AD28FDFB6A0D}"/>
                </a:ext>
              </a:extLst>
            </p:cNvPr>
            <p:cNvSpPr/>
            <p:nvPr/>
          </p:nvSpPr>
          <p:spPr>
            <a:xfrm>
              <a:off x="4023360" y="96012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6880082A-E9BC-9746-23AF-87C2E98E2369}"/>
                </a:ext>
              </a:extLst>
            </p:cNvPr>
            <p:cNvSpPr/>
            <p:nvPr/>
          </p:nvSpPr>
          <p:spPr>
            <a:xfrm>
              <a:off x="4023360" y="96012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4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p03</a:t>
              </a:r>
              <a:endParaRPr lang="es-CO" sz="14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Text 17">
              <a:extLst>
                <a:ext uri="{FF2B5EF4-FFF2-40B4-BE49-F238E27FC236}">
                  <a16:creationId xmlns:a16="http://schemas.microsoft.com/office/drawing/2014/main" id="{8366EC77-9DDF-1AFD-D138-3B76407D0F79}"/>
                </a:ext>
              </a:extLst>
            </p:cNvPr>
            <p:cNvSpPr/>
            <p:nvPr/>
          </p:nvSpPr>
          <p:spPr>
            <a:xfrm>
              <a:off x="3794760" y="1463040"/>
              <a:ext cx="15087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7C3AED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Excel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 18">
              <a:extLst>
                <a:ext uri="{FF2B5EF4-FFF2-40B4-BE49-F238E27FC236}">
                  <a16:creationId xmlns:a16="http://schemas.microsoft.com/office/drawing/2014/main" id="{45377697-1F71-14EE-29C0-2F0F14050234}"/>
                </a:ext>
              </a:extLst>
            </p:cNvPr>
            <p:cNvSpPr/>
            <p:nvPr/>
          </p:nvSpPr>
          <p:spPr>
            <a:xfrm>
              <a:off x="3803904" y="1993392"/>
              <a:ext cx="1490472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Consolida datos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y controla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duplicados AUT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 19">
              <a:extLst>
                <a:ext uri="{FF2B5EF4-FFF2-40B4-BE49-F238E27FC236}">
                  <a16:creationId xmlns:a16="http://schemas.microsoft.com/office/drawing/2014/main" id="{532CC3A9-BDC0-4BBA-856F-22158C09A919}"/>
                </a:ext>
              </a:extLst>
            </p:cNvPr>
            <p:cNvSpPr/>
            <p:nvPr/>
          </p:nvSpPr>
          <p:spPr>
            <a:xfrm>
              <a:off x="5385816" y="2148840"/>
              <a:ext cx="10972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600" b="1" noProof="0" dirty="0">
                  <a:solidFill>
                    <a:srgbClr val="CBD5E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6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" name="Shape 20">
              <a:extLst>
                <a:ext uri="{FF2B5EF4-FFF2-40B4-BE49-F238E27FC236}">
                  <a16:creationId xmlns:a16="http://schemas.microsoft.com/office/drawing/2014/main" id="{59E6E193-690D-F563-5BC3-1B81E98375E7}"/>
                </a:ext>
              </a:extLst>
            </p:cNvPr>
            <p:cNvSpPr/>
            <p:nvPr/>
          </p:nvSpPr>
          <p:spPr>
            <a:xfrm>
              <a:off x="5486400" y="822960"/>
              <a:ext cx="1600200" cy="3246120"/>
            </a:xfrm>
            <a:prstGeom prst="roundRect">
              <a:avLst>
                <a:gd name="adj" fmla="val 6857"/>
              </a:avLst>
            </a:prstGeom>
            <a:solidFill>
              <a:srgbClr val="F59E0B">
                <a:alpha val="9000"/>
              </a:srgbClr>
            </a:solidFill>
            <a:ln w="22860">
              <a:solidFill>
                <a:srgbClr val="F59E0B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Shape 21">
              <a:extLst>
                <a:ext uri="{FF2B5EF4-FFF2-40B4-BE49-F238E27FC236}">
                  <a16:creationId xmlns:a16="http://schemas.microsoft.com/office/drawing/2014/main" id="{E26F5D32-E23E-EAA9-CAA6-C29E71ABB538}"/>
                </a:ext>
              </a:extLst>
            </p:cNvPr>
            <p:cNvSpPr/>
            <p:nvPr/>
          </p:nvSpPr>
          <p:spPr>
            <a:xfrm>
              <a:off x="5760720" y="96012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 22">
              <a:extLst>
                <a:ext uri="{FF2B5EF4-FFF2-40B4-BE49-F238E27FC236}">
                  <a16:creationId xmlns:a16="http://schemas.microsoft.com/office/drawing/2014/main" id="{C4294FC8-E1AE-CED2-1C6A-0401B4199053}"/>
                </a:ext>
              </a:extLst>
            </p:cNvPr>
            <p:cNvSpPr/>
            <p:nvPr/>
          </p:nvSpPr>
          <p:spPr>
            <a:xfrm>
              <a:off x="5760720" y="96012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4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p04</a:t>
              </a:r>
              <a:endParaRPr lang="es-CO" sz="14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Text 23">
              <a:extLst>
                <a:ext uri="{FF2B5EF4-FFF2-40B4-BE49-F238E27FC236}">
                  <a16:creationId xmlns:a16="http://schemas.microsoft.com/office/drawing/2014/main" id="{000B30B0-A607-2959-DA85-253A49770F67}"/>
                </a:ext>
              </a:extLst>
            </p:cNvPr>
            <p:cNvSpPr/>
            <p:nvPr/>
          </p:nvSpPr>
          <p:spPr>
            <a:xfrm>
              <a:off x="5532120" y="1463040"/>
              <a:ext cx="15087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F59E0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Mover Archivos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" name="Text 24">
              <a:extLst>
                <a:ext uri="{FF2B5EF4-FFF2-40B4-BE49-F238E27FC236}">
                  <a16:creationId xmlns:a16="http://schemas.microsoft.com/office/drawing/2014/main" id="{54982850-F5E9-9A1B-293F-142EB3C12928}"/>
                </a:ext>
              </a:extLst>
            </p:cNvPr>
            <p:cNvSpPr/>
            <p:nvPr/>
          </p:nvSpPr>
          <p:spPr>
            <a:xfrm>
              <a:off x="5541264" y="1993392"/>
              <a:ext cx="1490472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Organiza </a:t>
              </a:r>
              <a:r>
                <a:rPr lang="es-CO" sz="100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PDFs</a:t>
              </a: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en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procesados/ o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no_procesados</a:t>
              </a: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/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" name="Text 25">
              <a:extLst>
                <a:ext uri="{FF2B5EF4-FFF2-40B4-BE49-F238E27FC236}">
                  <a16:creationId xmlns:a16="http://schemas.microsoft.com/office/drawing/2014/main" id="{13043AD2-F350-2187-39EE-B54E16ED0BF5}"/>
                </a:ext>
              </a:extLst>
            </p:cNvPr>
            <p:cNvSpPr/>
            <p:nvPr/>
          </p:nvSpPr>
          <p:spPr>
            <a:xfrm>
              <a:off x="7123176" y="2148840"/>
              <a:ext cx="10972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600" b="1" noProof="0" dirty="0">
                  <a:solidFill>
                    <a:srgbClr val="CBD5E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6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" name="Shape 26">
              <a:extLst>
                <a:ext uri="{FF2B5EF4-FFF2-40B4-BE49-F238E27FC236}">
                  <a16:creationId xmlns:a16="http://schemas.microsoft.com/office/drawing/2014/main" id="{2ADC1692-2C3A-66BE-7C37-DD7D6D6B8A88}"/>
                </a:ext>
              </a:extLst>
            </p:cNvPr>
            <p:cNvSpPr/>
            <p:nvPr/>
          </p:nvSpPr>
          <p:spPr>
            <a:xfrm>
              <a:off x="7223760" y="822960"/>
              <a:ext cx="1600200" cy="3246120"/>
            </a:xfrm>
            <a:prstGeom prst="roundRect">
              <a:avLst>
                <a:gd name="adj" fmla="val 6857"/>
              </a:avLst>
            </a:prstGeom>
            <a:solidFill>
              <a:srgbClr val="DC2626">
                <a:alpha val="9000"/>
              </a:srgbClr>
            </a:solidFill>
            <a:ln w="22860">
              <a:solidFill>
                <a:srgbClr val="DC2626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" name="Shape 27">
              <a:extLst>
                <a:ext uri="{FF2B5EF4-FFF2-40B4-BE49-F238E27FC236}">
                  <a16:creationId xmlns:a16="http://schemas.microsoft.com/office/drawing/2014/main" id="{59B4CD3D-C879-2BC0-D277-62B0AB95230E}"/>
                </a:ext>
              </a:extLst>
            </p:cNvPr>
            <p:cNvSpPr/>
            <p:nvPr/>
          </p:nvSpPr>
          <p:spPr>
            <a:xfrm>
              <a:off x="7498080" y="960120"/>
              <a:ext cx="1051560" cy="411480"/>
            </a:xfrm>
            <a:prstGeom prst="roundRect">
              <a:avLst>
                <a:gd name="adj" fmla="val 17778"/>
              </a:avLst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" name="Text 28">
              <a:extLst>
                <a:ext uri="{FF2B5EF4-FFF2-40B4-BE49-F238E27FC236}">
                  <a16:creationId xmlns:a16="http://schemas.microsoft.com/office/drawing/2014/main" id="{179BFB8A-8DA8-5299-E3DA-902B35C8977D}"/>
                </a:ext>
              </a:extLst>
            </p:cNvPr>
            <p:cNvSpPr/>
            <p:nvPr/>
          </p:nvSpPr>
          <p:spPr>
            <a:xfrm>
              <a:off x="7498080" y="960120"/>
              <a:ext cx="1051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4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p05</a:t>
              </a:r>
              <a:endParaRPr lang="es-CO" sz="14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" name="Text 29">
              <a:extLst>
                <a:ext uri="{FF2B5EF4-FFF2-40B4-BE49-F238E27FC236}">
                  <a16:creationId xmlns:a16="http://schemas.microsoft.com/office/drawing/2014/main" id="{A1BC1D65-16E3-22DD-6D81-A78427DAE858}"/>
                </a:ext>
              </a:extLst>
            </p:cNvPr>
            <p:cNvSpPr/>
            <p:nvPr/>
          </p:nvSpPr>
          <p:spPr>
            <a:xfrm>
              <a:off x="7269480" y="1463040"/>
              <a:ext cx="15087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150" b="1" noProof="0" dirty="0">
                  <a:solidFill>
                    <a:srgbClr val="DC2626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RPA Web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Text 30">
              <a:extLst>
                <a:ext uri="{FF2B5EF4-FFF2-40B4-BE49-F238E27FC236}">
                  <a16:creationId xmlns:a16="http://schemas.microsoft.com/office/drawing/2014/main" id="{B8501E68-89F6-668A-E9BC-730D0ECEE767}"/>
                </a:ext>
              </a:extLst>
            </p:cNvPr>
            <p:cNvSpPr/>
            <p:nvPr/>
          </p:nvSpPr>
          <p:spPr>
            <a:xfrm>
              <a:off x="7278624" y="1993392"/>
              <a:ext cx="1490472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Playwright verifica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en </a:t>
              </a:r>
              <a:r>
                <a:rPr lang="es-CO" sz="100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SaludTotal</a:t>
              </a: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y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Completa los estados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Shape 31">
              <a:extLst>
                <a:ext uri="{FF2B5EF4-FFF2-40B4-BE49-F238E27FC236}">
                  <a16:creationId xmlns:a16="http://schemas.microsoft.com/office/drawing/2014/main" id="{B59692E9-0237-8B1F-9976-FD9EF208046A}"/>
                </a:ext>
              </a:extLst>
            </p:cNvPr>
            <p:cNvSpPr/>
            <p:nvPr/>
          </p:nvSpPr>
          <p:spPr>
            <a:xfrm>
              <a:off x="347472" y="4169664"/>
              <a:ext cx="8458200" cy="658368"/>
            </a:xfrm>
            <a:prstGeom prst="roundRect">
              <a:avLst>
                <a:gd name="adj" fmla="val 11111"/>
              </a:avLst>
            </a:prstGeom>
            <a:solidFill>
              <a:srgbClr val="FEF3C7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3D08185-B016-2940-AFB0-1FC86948796B}"/>
                </a:ext>
              </a:extLst>
            </p:cNvPr>
            <p:cNvSpPr/>
            <p:nvPr/>
          </p:nvSpPr>
          <p:spPr>
            <a:xfrm>
              <a:off x="548640" y="4169664"/>
              <a:ext cx="822960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s-CO" sz="1100" noProof="0" dirty="0">
                  <a:solidFill>
                    <a:srgbClr val="92400E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★  Si no hay Pdf nuevos, LUCÍA salta p01-p04 y va directo a p05 — siempre verifica las filas con ESTADO_ROBOT vacío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51" name="Imagen 50">
            <a:extLst>
              <a:ext uri="{FF2B5EF4-FFF2-40B4-BE49-F238E27FC236}">
                <a16:creationId xmlns:a16="http://schemas.microsoft.com/office/drawing/2014/main" id="{9B8A1B35-43C2-45EB-9E90-3369EEAE3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604" y="0"/>
            <a:ext cx="80772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8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EF0BD-5AA3-F93A-8211-DE9B776C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2535C702-4F5F-894C-B2D4-96DE2B6209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A993AB3-0838-E7F0-3A18-50B23EE96BC1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P02- OCR +IA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C59B80F-1EF8-4FB5-BAA6-FB4D6C6F2331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ACADB14-BB10-32ED-53F3-810E6D39F20F}"/>
              </a:ext>
            </a:extLst>
          </p:cNvPr>
          <p:cNvGrpSpPr/>
          <p:nvPr/>
        </p:nvGrpSpPr>
        <p:grpSpPr>
          <a:xfrm>
            <a:off x="499918" y="886331"/>
            <a:ext cx="7772400" cy="3675541"/>
            <a:chOff x="411480" y="822960"/>
            <a:chExt cx="8439912" cy="397764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EAF28A0E-24B4-14BD-66EE-3593C0464AEB}"/>
                </a:ext>
              </a:extLst>
            </p:cNvPr>
            <p:cNvSpPr/>
            <p:nvPr/>
          </p:nvSpPr>
          <p:spPr>
            <a:xfrm>
              <a:off x="411480" y="822960"/>
              <a:ext cx="1874520" cy="1965960"/>
            </a:xfrm>
            <a:prstGeom prst="roundRect">
              <a:avLst>
                <a:gd name="adj" fmla="val 5854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CAF05D66-4A04-D6A5-06D3-F51EE3492767}"/>
                </a:ext>
              </a:extLst>
            </p:cNvPr>
            <p:cNvSpPr/>
            <p:nvPr/>
          </p:nvSpPr>
          <p:spPr>
            <a:xfrm>
              <a:off x="411480" y="914400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📄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94C66FE8-293B-BC5E-E703-1D04D81E2273}"/>
                </a:ext>
              </a:extLst>
            </p:cNvPr>
            <p:cNvSpPr/>
            <p:nvPr/>
          </p:nvSpPr>
          <p:spPr>
            <a:xfrm>
              <a:off x="411480" y="1536192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PDF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121CF7D4-FC2D-F5A2-A57C-BC988BCFE1C8}"/>
                </a:ext>
              </a:extLst>
            </p:cNvPr>
            <p:cNvSpPr/>
            <p:nvPr/>
          </p:nvSpPr>
          <p:spPr>
            <a:xfrm>
              <a:off x="457200" y="1901952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manuscrito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o escaneado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D4920EE7-9A7A-4664-8AAB-E2729F5D05C5}"/>
                </a:ext>
              </a:extLst>
            </p:cNvPr>
            <p:cNvSpPr/>
            <p:nvPr/>
          </p:nvSpPr>
          <p:spPr>
            <a:xfrm>
              <a:off x="2313432" y="146304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8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5205EDAA-8FEA-F566-E41A-44E8D4A33CED}"/>
                </a:ext>
              </a:extLst>
            </p:cNvPr>
            <p:cNvSpPr/>
            <p:nvPr/>
          </p:nvSpPr>
          <p:spPr>
            <a:xfrm>
              <a:off x="2514600" y="822960"/>
              <a:ext cx="1874520" cy="1965960"/>
            </a:xfrm>
            <a:prstGeom prst="roundRect">
              <a:avLst>
                <a:gd name="adj" fmla="val 5854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F68183D1-16F3-23E4-435D-FA62F0269970}"/>
                </a:ext>
              </a:extLst>
            </p:cNvPr>
            <p:cNvSpPr/>
            <p:nvPr/>
          </p:nvSpPr>
          <p:spPr>
            <a:xfrm>
              <a:off x="2514600" y="914400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🖼️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F3A6BAA0-8B88-5A1E-40DB-FC55759E034F}"/>
                </a:ext>
              </a:extLst>
            </p:cNvPr>
            <p:cNvSpPr/>
            <p:nvPr/>
          </p:nvSpPr>
          <p:spPr>
            <a:xfrm>
              <a:off x="2514600" y="1536192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PNG 216 dpi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F27C62DC-3480-79DA-C98D-A593F906D7E1}"/>
                </a:ext>
              </a:extLst>
            </p:cNvPr>
            <p:cNvSpPr/>
            <p:nvPr/>
          </p:nvSpPr>
          <p:spPr>
            <a:xfrm>
              <a:off x="2560320" y="1901952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zoom 3x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PyMuPDF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A0DBFA6A-C915-12F3-23C5-FF231F38C162}"/>
                </a:ext>
              </a:extLst>
            </p:cNvPr>
            <p:cNvSpPr/>
            <p:nvPr/>
          </p:nvSpPr>
          <p:spPr>
            <a:xfrm>
              <a:off x="4416552" y="146304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8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Shape 12">
              <a:extLst>
                <a:ext uri="{FF2B5EF4-FFF2-40B4-BE49-F238E27FC236}">
                  <a16:creationId xmlns:a16="http://schemas.microsoft.com/office/drawing/2014/main" id="{3DFDEFA3-E7A2-46FF-2D1A-972DDEE54000}"/>
                </a:ext>
              </a:extLst>
            </p:cNvPr>
            <p:cNvSpPr/>
            <p:nvPr/>
          </p:nvSpPr>
          <p:spPr>
            <a:xfrm>
              <a:off x="4617720" y="822960"/>
              <a:ext cx="1874520" cy="1965960"/>
            </a:xfrm>
            <a:prstGeom prst="roundRect">
              <a:avLst>
                <a:gd name="adj" fmla="val 5854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" name="Text 13">
              <a:extLst>
                <a:ext uri="{FF2B5EF4-FFF2-40B4-BE49-F238E27FC236}">
                  <a16:creationId xmlns:a16="http://schemas.microsoft.com/office/drawing/2014/main" id="{9CA5B103-F04E-6613-3155-80E242B7A4B6}"/>
                </a:ext>
              </a:extLst>
            </p:cNvPr>
            <p:cNvSpPr/>
            <p:nvPr/>
          </p:nvSpPr>
          <p:spPr>
            <a:xfrm>
              <a:off x="4617720" y="914400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🧠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" name="Text 14">
              <a:extLst>
                <a:ext uri="{FF2B5EF4-FFF2-40B4-BE49-F238E27FC236}">
                  <a16:creationId xmlns:a16="http://schemas.microsoft.com/office/drawing/2014/main" id="{EB7DAEDA-499F-E114-1F4B-D38C52EA5C6B}"/>
                </a:ext>
              </a:extLst>
            </p:cNvPr>
            <p:cNvSpPr/>
            <p:nvPr/>
          </p:nvSpPr>
          <p:spPr>
            <a:xfrm>
              <a:off x="4617720" y="1536192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GPT-4o Vision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Text 15">
              <a:extLst>
                <a:ext uri="{FF2B5EF4-FFF2-40B4-BE49-F238E27FC236}">
                  <a16:creationId xmlns:a16="http://schemas.microsoft.com/office/drawing/2014/main" id="{CE9E4E40-31CE-B7A9-C726-796B4C92E45B}"/>
                </a:ext>
              </a:extLst>
            </p:cNvPr>
            <p:cNvSpPr/>
            <p:nvPr/>
          </p:nvSpPr>
          <p:spPr>
            <a:xfrm>
              <a:off x="4663440" y="1901952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detail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: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high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temperature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: 0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Text 16">
              <a:extLst>
                <a:ext uri="{FF2B5EF4-FFF2-40B4-BE49-F238E27FC236}">
                  <a16:creationId xmlns:a16="http://schemas.microsoft.com/office/drawing/2014/main" id="{5C680517-4179-C64F-86CB-0338AB1E6100}"/>
                </a:ext>
              </a:extLst>
            </p:cNvPr>
            <p:cNvSpPr/>
            <p:nvPr/>
          </p:nvSpPr>
          <p:spPr>
            <a:xfrm>
              <a:off x="6519672" y="146304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8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→</a:t>
              </a:r>
              <a:endParaRPr lang="es-CO" sz="1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9" name="Shape 17">
              <a:extLst>
                <a:ext uri="{FF2B5EF4-FFF2-40B4-BE49-F238E27FC236}">
                  <a16:creationId xmlns:a16="http://schemas.microsoft.com/office/drawing/2014/main" id="{380C4CFC-91FD-E4DC-F1A7-AE0E9550A1ED}"/>
                </a:ext>
              </a:extLst>
            </p:cNvPr>
            <p:cNvSpPr/>
            <p:nvPr/>
          </p:nvSpPr>
          <p:spPr>
            <a:xfrm>
              <a:off x="6720840" y="822960"/>
              <a:ext cx="1874520" cy="1965960"/>
            </a:xfrm>
            <a:prstGeom prst="roundRect">
              <a:avLst>
                <a:gd name="adj" fmla="val 5854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Text 18">
              <a:extLst>
                <a:ext uri="{FF2B5EF4-FFF2-40B4-BE49-F238E27FC236}">
                  <a16:creationId xmlns:a16="http://schemas.microsoft.com/office/drawing/2014/main" id="{A5AB539E-3B99-BA1B-15A7-4C8573D14C8F}"/>
                </a:ext>
              </a:extLst>
            </p:cNvPr>
            <p:cNvSpPr/>
            <p:nvPr/>
          </p:nvSpPr>
          <p:spPr>
            <a:xfrm>
              <a:off x="6720840" y="914400"/>
              <a:ext cx="1874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✅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3" name="Text 19">
              <a:extLst>
                <a:ext uri="{FF2B5EF4-FFF2-40B4-BE49-F238E27FC236}">
                  <a16:creationId xmlns:a16="http://schemas.microsoft.com/office/drawing/2014/main" id="{948AD210-5543-4776-6683-170D86903584}"/>
                </a:ext>
              </a:extLst>
            </p:cNvPr>
            <p:cNvSpPr/>
            <p:nvPr/>
          </p:nvSpPr>
          <p:spPr>
            <a:xfrm>
              <a:off x="6720840" y="1536192"/>
              <a:ext cx="18745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JSON validado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5" name="Text 20">
              <a:extLst>
                <a:ext uri="{FF2B5EF4-FFF2-40B4-BE49-F238E27FC236}">
                  <a16:creationId xmlns:a16="http://schemas.microsoft.com/office/drawing/2014/main" id="{E4996489-A051-DE18-0A07-CDB54CD97CE1}"/>
                </a:ext>
              </a:extLst>
            </p:cNvPr>
            <p:cNvSpPr/>
            <p:nvPr/>
          </p:nvSpPr>
          <p:spPr>
            <a:xfrm>
              <a:off x="6766560" y="1901952"/>
              <a:ext cx="1783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4 campos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regex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7" name="Text 21">
              <a:extLst>
                <a:ext uri="{FF2B5EF4-FFF2-40B4-BE49-F238E27FC236}">
                  <a16:creationId xmlns:a16="http://schemas.microsoft.com/office/drawing/2014/main" id="{408921B3-E4B7-D23C-9D74-71A44C3B3DB0}"/>
                </a:ext>
              </a:extLst>
            </p:cNvPr>
            <p:cNvSpPr/>
            <p:nvPr/>
          </p:nvSpPr>
          <p:spPr>
            <a:xfrm>
              <a:off x="457200" y="2926080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3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Campos extraídos y validados:</a:t>
              </a:r>
              <a:endParaRPr lang="es-CO" sz="13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FD31E538-D471-5366-9C85-80229361F321}"/>
                </a:ext>
              </a:extLst>
            </p:cNvPr>
            <p:cNvSpPr/>
            <p:nvPr/>
          </p:nvSpPr>
          <p:spPr>
            <a:xfrm>
              <a:off x="411480" y="3337560"/>
              <a:ext cx="1993392" cy="1463040"/>
            </a:xfrm>
            <a:prstGeom prst="roundRect">
              <a:avLst>
                <a:gd name="adj" fmla="val 6250"/>
              </a:avLst>
            </a:prstGeom>
            <a:solidFill>
              <a:srgbClr val="0369A1">
                <a:alpha val="8000"/>
              </a:srgbClr>
            </a:solidFill>
            <a:ln w="19050">
              <a:solidFill>
                <a:srgbClr val="0369A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1" name="Text 23">
              <a:extLst>
                <a:ext uri="{FF2B5EF4-FFF2-40B4-BE49-F238E27FC236}">
                  <a16:creationId xmlns:a16="http://schemas.microsoft.com/office/drawing/2014/main" id="{D228BAEC-26C3-3CEC-9B00-D548ACD7C583}"/>
                </a:ext>
              </a:extLst>
            </p:cNvPr>
            <p:cNvSpPr/>
            <p:nvPr/>
          </p:nvSpPr>
          <p:spPr>
            <a:xfrm>
              <a:off x="411480" y="3429000"/>
              <a:ext cx="1993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0369A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ID Paciente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Text 24">
              <a:extLst>
                <a:ext uri="{FF2B5EF4-FFF2-40B4-BE49-F238E27FC236}">
                  <a16:creationId xmlns:a16="http://schemas.microsoft.com/office/drawing/2014/main" id="{AA1FF2E9-0CE1-9DC2-043B-3B67800E5EE9}"/>
                </a:ext>
              </a:extLst>
            </p:cNvPr>
            <p:cNvSpPr/>
            <p:nvPr/>
          </p:nvSpPr>
          <p:spPr>
            <a:xfrm>
              <a:off x="502920" y="3858768"/>
              <a:ext cx="1810512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Solo dígitos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5" name="Shape 25">
              <a:extLst>
                <a:ext uri="{FF2B5EF4-FFF2-40B4-BE49-F238E27FC236}">
                  <a16:creationId xmlns:a16="http://schemas.microsoft.com/office/drawing/2014/main" id="{CB288862-9C00-B35A-65FE-ED7BEE76A150}"/>
                </a:ext>
              </a:extLst>
            </p:cNvPr>
            <p:cNvSpPr/>
            <p:nvPr/>
          </p:nvSpPr>
          <p:spPr>
            <a:xfrm>
              <a:off x="2560320" y="3337560"/>
              <a:ext cx="1993392" cy="1463040"/>
            </a:xfrm>
            <a:prstGeom prst="roundRect">
              <a:avLst>
                <a:gd name="adj" fmla="val 6250"/>
              </a:avLst>
            </a:prstGeom>
            <a:solidFill>
              <a:srgbClr val="DC2626">
                <a:alpha val="8000"/>
              </a:srgbClr>
            </a:solidFill>
            <a:ln w="1905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Text 26">
              <a:extLst>
                <a:ext uri="{FF2B5EF4-FFF2-40B4-BE49-F238E27FC236}">
                  <a16:creationId xmlns:a16="http://schemas.microsoft.com/office/drawing/2014/main" id="{83CBC1DD-D46C-6728-B87B-E1374263D310}"/>
                </a:ext>
              </a:extLst>
            </p:cNvPr>
            <p:cNvSpPr/>
            <p:nvPr/>
          </p:nvSpPr>
          <p:spPr>
            <a:xfrm>
              <a:off x="2560320" y="3429000"/>
              <a:ext cx="1993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DC2626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Autorización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9" name="Text 27">
              <a:extLst>
                <a:ext uri="{FF2B5EF4-FFF2-40B4-BE49-F238E27FC236}">
                  <a16:creationId xmlns:a16="http://schemas.microsoft.com/office/drawing/2014/main" id="{91381D24-D175-BCDB-54D9-7BCB38E88E88}"/>
                </a:ext>
              </a:extLst>
            </p:cNvPr>
            <p:cNvSpPr/>
            <p:nvPr/>
          </p:nvSpPr>
          <p:spPr>
            <a:xfrm>
              <a:off x="2651760" y="3858768"/>
              <a:ext cx="1810512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Regex</a:t>
              </a: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: ^\d{5}-\d{10}$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" name="Shape 28">
              <a:extLst>
                <a:ext uri="{FF2B5EF4-FFF2-40B4-BE49-F238E27FC236}">
                  <a16:creationId xmlns:a16="http://schemas.microsoft.com/office/drawing/2014/main" id="{71E7F64D-B386-1EB0-581E-2FFBA29AFDB7}"/>
                </a:ext>
              </a:extLst>
            </p:cNvPr>
            <p:cNvSpPr/>
            <p:nvPr/>
          </p:nvSpPr>
          <p:spPr>
            <a:xfrm>
              <a:off x="4709160" y="3337560"/>
              <a:ext cx="1993392" cy="1463040"/>
            </a:xfrm>
            <a:prstGeom prst="roundRect">
              <a:avLst>
                <a:gd name="adj" fmla="val 6250"/>
              </a:avLst>
            </a:prstGeom>
            <a:solidFill>
              <a:srgbClr val="7C3AED">
                <a:alpha val="8000"/>
              </a:srgbClr>
            </a:solidFill>
            <a:ln w="1905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Text 29">
              <a:extLst>
                <a:ext uri="{FF2B5EF4-FFF2-40B4-BE49-F238E27FC236}">
                  <a16:creationId xmlns:a16="http://schemas.microsoft.com/office/drawing/2014/main" id="{1A55E917-E12B-083A-4906-5A0F79425D47}"/>
                </a:ext>
              </a:extLst>
            </p:cNvPr>
            <p:cNvSpPr/>
            <p:nvPr/>
          </p:nvSpPr>
          <p:spPr>
            <a:xfrm>
              <a:off x="4709160" y="3429000"/>
              <a:ext cx="1993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 err="1">
                  <a:solidFill>
                    <a:srgbClr val="7C3AED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Cod_Fact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xt 30">
              <a:extLst>
                <a:ext uri="{FF2B5EF4-FFF2-40B4-BE49-F238E27FC236}">
                  <a16:creationId xmlns:a16="http://schemas.microsoft.com/office/drawing/2014/main" id="{0ADD7E4A-EADE-4A5B-5690-35D0D05CE643}"/>
                </a:ext>
              </a:extLst>
            </p:cNvPr>
            <p:cNvSpPr/>
            <p:nvPr/>
          </p:nvSpPr>
          <p:spPr>
            <a:xfrm>
              <a:off x="4800600" y="3858768"/>
              <a:ext cx="1810512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Solo dígitos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7" name="Shape 31">
              <a:extLst>
                <a:ext uri="{FF2B5EF4-FFF2-40B4-BE49-F238E27FC236}">
                  <a16:creationId xmlns:a16="http://schemas.microsoft.com/office/drawing/2014/main" id="{5C4414F5-BB69-B250-048A-4729642AD30D}"/>
                </a:ext>
              </a:extLst>
            </p:cNvPr>
            <p:cNvSpPr/>
            <p:nvPr/>
          </p:nvSpPr>
          <p:spPr>
            <a:xfrm>
              <a:off x="6858000" y="3337560"/>
              <a:ext cx="1993392" cy="1463040"/>
            </a:xfrm>
            <a:prstGeom prst="roundRect">
              <a:avLst>
                <a:gd name="adj" fmla="val 6250"/>
              </a:avLst>
            </a:prstGeom>
            <a:solidFill>
              <a:srgbClr val="16A34A">
                <a:alpha val="8000"/>
              </a:srgbClr>
            </a:solidFill>
            <a:ln w="1905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9" name="Text 32">
              <a:extLst>
                <a:ext uri="{FF2B5EF4-FFF2-40B4-BE49-F238E27FC236}">
                  <a16:creationId xmlns:a16="http://schemas.microsoft.com/office/drawing/2014/main" id="{CBC74B7A-4B21-20ED-C5F4-033CA3124BCE}"/>
                </a:ext>
              </a:extLst>
            </p:cNvPr>
            <p:cNvSpPr/>
            <p:nvPr/>
          </p:nvSpPr>
          <p:spPr>
            <a:xfrm>
              <a:off x="6858000" y="3429000"/>
              <a:ext cx="1993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16A34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Nombre Paciente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1" name="Text 33">
              <a:extLst>
                <a:ext uri="{FF2B5EF4-FFF2-40B4-BE49-F238E27FC236}">
                  <a16:creationId xmlns:a16="http://schemas.microsoft.com/office/drawing/2014/main" id="{9BE48299-2E6F-FB16-1416-91C2B4E068B9}"/>
                </a:ext>
              </a:extLst>
            </p:cNvPr>
            <p:cNvSpPr/>
            <p:nvPr/>
          </p:nvSpPr>
          <p:spPr>
            <a:xfrm>
              <a:off x="6949440" y="3858768"/>
              <a:ext cx="1810512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100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 vacío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104" name="Imagen 103">
            <a:extLst>
              <a:ext uri="{FF2B5EF4-FFF2-40B4-BE49-F238E27FC236}">
                <a16:creationId xmlns:a16="http://schemas.microsoft.com/office/drawing/2014/main" id="{5169980F-61D1-8879-4E43-C24749ACD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604" y="0"/>
            <a:ext cx="80772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5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26407-C85F-7D15-76F9-224218E3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5BD79949-520B-A2AC-F734-44F305A6D1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395F823-4998-FF30-98C4-C3F4CBE49122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EJEMPLO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A97CA187-8888-B04A-23E5-0257C6F94CE6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53A2D2-D340-13D9-40C6-D7927FB46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67" y="793005"/>
            <a:ext cx="8359140" cy="4266089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ECD70219-7A2B-AE3A-D0AA-88BC35193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768" y="0"/>
            <a:ext cx="681556" cy="79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6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C8D1-05FB-BC59-6DD6-504139AE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F38B41BC-471B-0363-1561-E1D27D8D1E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AA9D898-D8B2-B4C6-12F5-C57A7242782A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p03-Excel inteligente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4AD78680-A348-BE3A-95B3-A0B4EBDDEA50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24A33AC-40C7-6BDA-9D14-FEAFFC57A32B}"/>
              </a:ext>
            </a:extLst>
          </p:cNvPr>
          <p:cNvSpPr/>
          <p:nvPr/>
        </p:nvSpPr>
        <p:spPr>
          <a:xfrm>
            <a:off x="292608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1A3557">
              <a:alpha val="10000"/>
            </a:srgbClr>
          </a:solidFill>
          <a:ln w="1905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8E0F3A83-B595-1CB3-46B2-47284847D83B}"/>
              </a:ext>
            </a:extLst>
          </p:cNvPr>
          <p:cNvSpPr/>
          <p:nvPr/>
        </p:nvSpPr>
        <p:spPr>
          <a:xfrm>
            <a:off x="292608" y="804672"/>
            <a:ext cx="690372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AF5F3E4-F619-7FF7-957C-7728C8D965F0}"/>
              </a:ext>
            </a:extLst>
          </p:cNvPr>
          <p:cNvSpPr/>
          <p:nvPr/>
        </p:nvSpPr>
        <p:spPr>
          <a:xfrm>
            <a:off x="292608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71604C3-BBD0-0C03-F3BE-AC901053378E}"/>
              </a:ext>
            </a:extLst>
          </p:cNvPr>
          <p:cNvSpPr/>
          <p:nvPr/>
        </p:nvSpPr>
        <p:spPr>
          <a:xfrm>
            <a:off x="310896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Fecha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Hora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3B66E90-D235-B70C-ECC4-07518656CE59}"/>
              </a:ext>
            </a:extLst>
          </p:cNvPr>
          <p:cNvSpPr/>
          <p:nvPr/>
        </p:nvSpPr>
        <p:spPr>
          <a:xfrm>
            <a:off x="1019556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1A3557">
              <a:alpha val="10000"/>
            </a:srgbClr>
          </a:solidFill>
          <a:ln w="1905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B6668470-08C0-3A10-769B-06115B6872BA}"/>
              </a:ext>
            </a:extLst>
          </p:cNvPr>
          <p:cNvSpPr/>
          <p:nvPr/>
        </p:nvSpPr>
        <p:spPr>
          <a:xfrm>
            <a:off x="1019556" y="804672"/>
            <a:ext cx="690372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F062C5B1-B8A0-5251-9965-763E957760C7}"/>
              </a:ext>
            </a:extLst>
          </p:cNvPr>
          <p:cNvSpPr/>
          <p:nvPr/>
        </p:nvSpPr>
        <p:spPr>
          <a:xfrm>
            <a:off x="1019556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B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F0C89E42-D45B-0290-EFBD-EF1B6400385A}"/>
              </a:ext>
            </a:extLst>
          </p:cNvPr>
          <p:cNvSpPr/>
          <p:nvPr/>
        </p:nvSpPr>
        <p:spPr>
          <a:xfrm>
            <a:off x="1037844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Archivo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4E4BBFF0-2848-5DF8-C169-71E9D2C1D4A4}"/>
              </a:ext>
            </a:extLst>
          </p:cNvPr>
          <p:cNvSpPr/>
          <p:nvPr/>
        </p:nvSpPr>
        <p:spPr>
          <a:xfrm>
            <a:off x="1746504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1A3557">
              <a:alpha val="10000"/>
            </a:srgbClr>
          </a:solidFill>
          <a:ln w="1905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A841C6AC-1F38-3E55-A12E-074B652EAC7D}"/>
              </a:ext>
            </a:extLst>
          </p:cNvPr>
          <p:cNvSpPr/>
          <p:nvPr/>
        </p:nvSpPr>
        <p:spPr>
          <a:xfrm>
            <a:off x="1746504" y="804672"/>
            <a:ext cx="690372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1A2F8678-CAE3-03DC-465B-6EE552CDFC80}"/>
              </a:ext>
            </a:extLst>
          </p:cNvPr>
          <p:cNvSpPr/>
          <p:nvPr/>
        </p:nvSpPr>
        <p:spPr>
          <a:xfrm>
            <a:off x="1746504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C9781EDF-5CF0-C8DB-A51A-5AC2FB47DF34}"/>
              </a:ext>
            </a:extLst>
          </p:cNvPr>
          <p:cNvSpPr/>
          <p:nvPr/>
        </p:nvSpPr>
        <p:spPr>
          <a:xfrm>
            <a:off x="1764792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ID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Paciente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17BE2ADE-A2D3-5141-4B33-C14F0ACE953C}"/>
              </a:ext>
            </a:extLst>
          </p:cNvPr>
          <p:cNvSpPr/>
          <p:nvPr/>
        </p:nvSpPr>
        <p:spPr>
          <a:xfrm>
            <a:off x="2473452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1A3557">
              <a:alpha val="10000"/>
            </a:srgbClr>
          </a:solidFill>
          <a:ln w="1905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E070D41E-920A-6E02-E53E-8FF2440B2EC1}"/>
              </a:ext>
            </a:extLst>
          </p:cNvPr>
          <p:cNvSpPr/>
          <p:nvPr/>
        </p:nvSpPr>
        <p:spPr>
          <a:xfrm>
            <a:off x="2473452" y="804672"/>
            <a:ext cx="690372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12F92985-26B5-438F-261B-D5524558976D}"/>
              </a:ext>
            </a:extLst>
          </p:cNvPr>
          <p:cNvSpPr/>
          <p:nvPr/>
        </p:nvSpPr>
        <p:spPr>
          <a:xfrm>
            <a:off x="2473452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C1E3EF8A-5112-483E-A06E-10C76F500D0B}"/>
              </a:ext>
            </a:extLst>
          </p:cNvPr>
          <p:cNvSpPr/>
          <p:nvPr/>
        </p:nvSpPr>
        <p:spPr>
          <a:xfrm>
            <a:off x="2491740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Nombre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 err="1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Pac</a:t>
            </a: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.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BA836B9F-AAB2-ABBB-39F7-1C41B16BD702}"/>
              </a:ext>
            </a:extLst>
          </p:cNvPr>
          <p:cNvSpPr/>
          <p:nvPr/>
        </p:nvSpPr>
        <p:spPr>
          <a:xfrm>
            <a:off x="3200400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1A3557">
              <a:alpha val="10000"/>
            </a:srgbClr>
          </a:solidFill>
          <a:ln w="1905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B2E027A8-6829-897C-F68E-BC05134B61EE}"/>
              </a:ext>
            </a:extLst>
          </p:cNvPr>
          <p:cNvSpPr/>
          <p:nvPr/>
        </p:nvSpPr>
        <p:spPr>
          <a:xfrm>
            <a:off x="3200400" y="804672"/>
            <a:ext cx="690372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969D753E-E778-1AA7-AD6F-D6E6253BB040}"/>
              </a:ext>
            </a:extLst>
          </p:cNvPr>
          <p:cNvSpPr/>
          <p:nvPr/>
        </p:nvSpPr>
        <p:spPr>
          <a:xfrm>
            <a:off x="3200400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B5A795C-C3F4-C5C3-B9A6-52616B6CE860}"/>
              </a:ext>
            </a:extLst>
          </p:cNvPr>
          <p:cNvSpPr/>
          <p:nvPr/>
        </p:nvSpPr>
        <p:spPr>
          <a:xfrm>
            <a:off x="3218688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 err="1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Autori</a:t>
            </a: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-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 err="1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zación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A3A71DDC-5AC7-F8F3-0B44-E3E221A8A793}"/>
              </a:ext>
            </a:extLst>
          </p:cNvPr>
          <p:cNvSpPr/>
          <p:nvPr/>
        </p:nvSpPr>
        <p:spPr>
          <a:xfrm>
            <a:off x="3927348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1A3557">
              <a:alpha val="10000"/>
            </a:srgbClr>
          </a:solidFill>
          <a:ln w="1905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0FC45169-DAE1-7D17-8019-D621DC61B253}"/>
              </a:ext>
            </a:extLst>
          </p:cNvPr>
          <p:cNvSpPr/>
          <p:nvPr/>
        </p:nvSpPr>
        <p:spPr>
          <a:xfrm>
            <a:off x="3927348" y="804672"/>
            <a:ext cx="690372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65C91A14-CCA1-CA4D-70B1-7D2F20634080}"/>
              </a:ext>
            </a:extLst>
          </p:cNvPr>
          <p:cNvSpPr/>
          <p:nvPr/>
        </p:nvSpPr>
        <p:spPr>
          <a:xfrm>
            <a:off x="3927348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ADC6F3B6-207D-25BF-BDC4-0DAA69D9044B}"/>
              </a:ext>
            </a:extLst>
          </p:cNvPr>
          <p:cNvSpPr/>
          <p:nvPr/>
        </p:nvSpPr>
        <p:spPr>
          <a:xfrm>
            <a:off x="3945636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Cod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>
                <a:solidFill>
                  <a:srgbClr val="1A355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Fact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743E6DDD-57F0-95C9-0EB5-7CA57B5ACB2A}"/>
              </a:ext>
            </a:extLst>
          </p:cNvPr>
          <p:cNvSpPr/>
          <p:nvPr/>
        </p:nvSpPr>
        <p:spPr>
          <a:xfrm>
            <a:off x="4654296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ACA8E2AF-89DA-B5A0-FCFA-23AA178A6FBD}"/>
              </a:ext>
            </a:extLst>
          </p:cNvPr>
          <p:cNvSpPr/>
          <p:nvPr/>
        </p:nvSpPr>
        <p:spPr>
          <a:xfrm>
            <a:off x="4654296" y="804672"/>
            <a:ext cx="69037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181EA733-0C36-6EAB-2E7D-D8E7399137EF}"/>
              </a:ext>
            </a:extLst>
          </p:cNvPr>
          <p:cNvSpPr/>
          <p:nvPr/>
        </p:nvSpPr>
        <p:spPr>
          <a:xfrm>
            <a:off x="4654296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36529788-504C-E419-C392-D6C0B44F4B6F}"/>
              </a:ext>
            </a:extLst>
          </p:cNvPr>
          <p:cNvSpPr/>
          <p:nvPr/>
        </p:nvSpPr>
        <p:spPr>
          <a:xfrm>
            <a:off x="4672584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F59E0B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ESTADO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>
                <a:solidFill>
                  <a:srgbClr val="F59E0B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ROBOT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2DFF5689-2148-85D4-4855-5407891D745C}"/>
              </a:ext>
            </a:extLst>
          </p:cNvPr>
          <p:cNvSpPr/>
          <p:nvPr/>
        </p:nvSpPr>
        <p:spPr>
          <a:xfrm>
            <a:off x="5381244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F4CFC58A-7CF3-7EDF-1E46-3E15A07B170F}"/>
              </a:ext>
            </a:extLst>
          </p:cNvPr>
          <p:cNvSpPr/>
          <p:nvPr/>
        </p:nvSpPr>
        <p:spPr>
          <a:xfrm>
            <a:off x="5381244" y="804672"/>
            <a:ext cx="69037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8B432595-5CEA-A9B7-F3E5-0C1FEE602E75}"/>
              </a:ext>
            </a:extLst>
          </p:cNvPr>
          <p:cNvSpPr/>
          <p:nvPr/>
        </p:nvSpPr>
        <p:spPr>
          <a:xfrm>
            <a:off x="5381244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24E2FFF2-0532-26F1-742B-D56987CAF678}"/>
              </a:ext>
            </a:extLst>
          </p:cNvPr>
          <p:cNvSpPr/>
          <p:nvPr/>
        </p:nvSpPr>
        <p:spPr>
          <a:xfrm>
            <a:off x="5399532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Paquete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F68641E6-FBB7-A6C8-F298-77FF6BF66ABF}"/>
              </a:ext>
            </a:extLst>
          </p:cNvPr>
          <p:cNvSpPr/>
          <p:nvPr/>
        </p:nvSpPr>
        <p:spPr>
          <a:xfrm>
            <a:off x="6108192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309DD796-F4CC-6867-7563-E48DFEA6D1A1}"/>
              </a:ext>
            </a:extLst>
          </p:cNvPr>
          <p:cNvSpPr/>
          <p:nvPr/>
        </p:nvSpPr>
        <p:spPr>
          <a:xfrm>
            <a:off x="6108192" y="804672"/>
            <a:ext cx="69037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C0FF1B61-E1A9-4B8A-E7AF-312602A399DC}"/>
              </a:ext>
            </a:extLst>
          </p:cNvPr>
          <p:cNvSpPr/>
          <p:nvPr/>
        </p:nvSpPr>
        <p:spPr>
          <a:xfrm>
            <a:off x="6108192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382AC721-4571-C744-1598-DF5CAD19A8CC}"/>
              </a:ext>
            </a:extLst>
          </p:cNvPr>
          <p:cNvSpPr/>
          <p:nvPr/>
        </p:nvSpPr>
        <p:spPr>
          <a:xfrm>
            <a:off x="6126480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Cantidad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Shape 38">
            <a:extLst>
              <a:ext uri="{FF2B5EF4-FFF2-40B4-BE49-F238E27FC236}">
                <a16:creationId xmlns:a16="http://schemas.microsoft.com/office/drawing/2014/main" id="{3CD89E26-8A68-7A7A-5AEF-FCADC7C2BE78}"/>
              </a:ext>
            </a:extLst>
          </p:cNvPr>
          <p:cNvSpPr/>
          <p:nvPr/>
        </p:nvSpPr>
        <p:spPr>
          <a:xfrm>
            <a:off x="6835140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Shape 39">
            <a:extLst>
              <a:ext uri="{FF2B5EF4-FFF2-40B4-BE49-F238E27FC236}">
                <a16:creationId xmlns:a16="http://schemas.microsoft.com/office/drawing/2014/main" id="{100DC705-4C25-B3A3-DA45-61F8C28EB9FA}"/>
              </a:ext>
            </a:extLst>
          </p:cNvPr>
          <p:cNvSpPr/>
          <p:nvPr/>
        </p:nvSpPr>
        <p:spPr>
          <a:xfrm>
            <a:off x="6835140" y="804672"/>
            <a:ext cx="69037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40">
            <a:extLst>
              <a:ext uri="{FF2B5EF4-FFF2-40B4-BE49-F238E27FC236}">
                <a16:creationId xmlns:a16="http://schemas.microsoft.com/office/drawing/2014/main" id="{B2F0A6C9-49A9-C4BE-C203-E132732A671D}"/>
              </a:ext>
            </a:extLst>
          </p:cNvPr>
          <p:cNvSpPr/>
          <p:nvPr/>
        </p:nvSpPr>
        <p:spPr>
          <a:xfrm>
            <a:off x="6835140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J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41">
            <a:extLst>
              <a:ext uri="{FF2B5EF4-FFF2-40B4-BE49-F238E27FC236}">
                <a16:creationId xmlns:a16="http://schemas.microsoft.com/office/drawing/2014/main" id="{3A71D912-9362-B26D-97D4-E53B88540801}"/>
              </a:ext>
            </a:extLst>
          </p:cNvPr>
          <p:cNvSpPr/>
          <p:nvPr/>
        </p:nvSpPr>
        <p:spPr>
          <a:xfrm>
            <a:off x="6853428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Sede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Shape 42">
            <a:extLst>
              <a:ext uri="{FF2B5EF4-FFF2-40B4-BE49-F238E27FC236}">
                <a16:creationId xmlns:a16="http://schemas.microsoft.com/office/drawing/2014/main" id="{631905DB-65B6-BBFC-C06E-007C199DDACF}"/>
              </a:ext>
            </a:extLst>
          </p:cNvPr>
          <p:cNvSpPr/>
          <p:nvPr/>
        </p:nvSpPr>
        <p:spPr>
          <a:xfrm>
            <a:off x="7562088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Shape 43">
            <a:extLst>
              <a:ext uri="{FF2B5EF4-FFF2-40B4-BE49-F238E27FC236}">
                <a16:creationId xmlns:a16="http://schemas.microsoft.com/office/drawing/2014/main" id="{4CE172FF-1D0B-8DAF-1B37-B8A4DC8D258B}"/>
              </a:ext>
            </a:extLst>
          </p:cNvPr>
          <p:cNvSpPr/>
          <p:nvPr/>
        </p:nvSpPr>
        <p:spPr>
          <a:xfrm>
            <a:off x="7562088" y="804672"/>
            <a:ext cx="69037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44">
            <a:extLst>
              <a:ext uri="{FF2B5EF4-FFF2-40B4-BE49-F238E27FC236}">
                <a16:creationId xmlns:a16="http://schemas.microsoft.com/office/drawing/2014/main" id="{9DEA3AE6-FD69-80F8-4BF3-73F8657723E7}"/>
              </a:ext>
            </a:extLst>
          </p:cNvPr>
          <p:cNvSpPr/>
          <p:nvPr/>
        </p:nvSpPr>
        <p:spPr>
          <a:xfrm>
            <a:off x="7562088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K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DE1CB861-B331-F410-85E4-72B7BF0B98BD}"/>
              </a:ext>
            </a:extLst>
          </p:cNvPr>
          <p:cNvSpPr/>
          <p:nvPr/>
        </p:nvSpPr>
        <p:spPr>
          <a:xfrm>
            <a:off x="7580376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Convenio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5A5C8EDA-BEEA-C39E-0AAC-DD6B402CB4B7}"/>
              </a:ext>
            </a:extLst>
          </p:cNvPr>
          <p:cNvSpPr/>
          <p:nvPr/>
        </p:nvSpPr>
        <p:spPr>
          <a:xfrm>
            <a:off x="8289036" y="804672"/>
            <a:ext cx="690372" cy="2514600"/>
          </a:xfrm>
          <a:prstGeom prst="roundRect">
            <a:avLst>
              <a:gd name="adj" fmla="val 9272"/>
            </a:avLst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Shape 47">
            <a:extLst>
              <a:ext uri="{FF2B5EF4-FFF2-40B4-BE49-F238E27FC236}">
                <a16:creationId xmlns:a16="http://schemas.microsoft.com/office/drawing/2014/main" id="{5FE49ECC-7D14-6D22-45B5-379CC9A36D3E}"/>
              </a:ext>
            </a:extLst>
          </p:cNvPr>
          <p:cNvSpPr/>
          <p:nvPr/>
        </p:nvSpPr>
        <p:spPr>
          <a:xfrm>
            <a:off x="8289036" y="804672"/>
            <a:ext cx="69037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7B4F365B-2424-62CB-C263-90465F98CE55}"/>
              </a:ext>
            </a:extLst>
          </p:cNvPr>
          <p:cNvSpPr/>
          <p:nvPr/>
        </p:nvSpPr>
        <p:spPr>
          <a:xfrm>
            <a:off x="8289036" y="804672"/>
            <a:ext cx="690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</a:t>
            </a:r>
            <a:endParaRPr lang="es-CO" sz="14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49">
            <a:extLst>
              <a:ext uri="{FF2B5EF4-FFF2-40B4-BE49-F238E27FC236}">
                <a16:creationId xmlns:a16="http://schemas.microsoft.com/office/drawing/2014/main" id="{144785F5-42CA-BBDD-D6E3-6272D6F01996}"/>
              </a:ext>
            </a:extLst>
          </p:cNvPr>
          <p:cNvSpPr/>
          <p:nvPr/>
        </p:nvSpPr>
        <p:spPr>
          <a:xfrm>
            <a:off x="8307324" y="1234440"/>
            <a:ext cx="6537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5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Fecha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buNone/>
            </a:pPr>
            <a:r>
              <a:rPr lang="es-CO" sz="850" b="1" noProof="0" dirty="0" err="1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Venc</a:t>
            </a:r>
            <a:r>
              <a:rPr lang="es-CO" sz="85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.</a:t>
            </a:r>
            <a:endParaRPr lang="es-CO" sz="8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Shape 50">
            <a:extLst>
              <a:ext uri="{FF2B5EF4-FFF2-40B4-BE49-F238E27FC236}">
                <a16:creationId xmlns:a16="http://schemas.microsoft.com/office/drawing/2014/main" id="{8BEF396C-BD5F-1C24-3529-4C024E5AE6E0}"/>
              </a:ext>
            </a:extLst>
          </p:cNvPr>
          <p:cNvSpPr/>
          <p:nvPr/>
        </p:nvSpPr>
        <p:spPr>
          <a:xfrm>
            <a:off x="292608" y="345643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1397BFB8-5ED2-5A24-864A-37D279E8212E}"/>
              </a:ext>
            </a:extLst>
          </p:cNvPr>
          <p:cNvSpPr/>
          <p:nvPr/>
        </p:nvSpPr>
        <p:spPr>
          <a:xfrm>
            <a:off x="640080" y="34564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noProof="0" dirty="0">
                <a:solidFill>
                  <a:srgbClr val="1E293B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A-F: llenadas por p02/p03 (OCR con GPT-4o)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9A9440D3-0CB8-F1C8-D03F-4EEDB808EDB9}"/>
              </a:ext>
            </a:extLst>
          </p:cNvPr>
          <p:cNvSpPr/>
          <p:nvPr/>
        </p:nvSpPr>
        <p:spPr>
          <a:xfrm>
            <a:off x="292608" y="396849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53">
            <a:extLst>
              <a:ext uri="{FF2B5EF4-FFF2-40B4-BE49-F238E27FC236}">
                <a16:creationId xmlns:a16="http://schemas.microsoft.com/office/drawing/2014/main" id="{1653A0E2-2DF9-CD5C-C364-C79A45C2C577}"/>
              </a:ext>
            </a:extLst>
          </p:cNvPr>
          <p:cNvSpPr/>
          <p:nvPr/>
        </p:nvSpPr>
        <p:spPr>
          <a:xfrm>
            <a:off x="640080" y="39684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noProof="0" dirty="0">
                <a:solidFill>
                  <a:srgbClr val="1E293B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G: ESTADO_ROBOT — vacío = pendiente de verificar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Shape 54">
            <a:extLst>
              <a:ext uri="{FF2B5EF4-FFF2-40B4-BE49-F238E27FC236}">
                <a16:creationId xmlns:a16="http://schemas.microsoft.com/office/drawing/2014/main" id="{6013CEC2-F4C1-736A-FAB4-9041A6F08F94}"/>
              </a:ext>
            </a:extLst>
          </p:cNvPr>
          <p:cNvSpPr/>
          <p:nvPr/>
        </p:nvSpPr>
        <p:spPr>
          <a:xfrm>
            <a:off x="292608" y="4480560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521C86AE-4DE9-D2F3-97CE-CA25877A6320}"/>
              </a:ext>
            </a:extLst>
          </p:cNvPr>
          <p:cNvSpPr/>
          <p:nvPr/>
        </p:nvSpPr>
        <p:spPr>
          <a:xfrm>
            <a:off x="640080" y="4480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noProof="0" dirty="0">
                <a:solidFill>
                  <a:srgbClr val="1E293B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H-L: llenadas por p05 en tiempo real (Playwright)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0" name="Imagen 119">
            <a:extLst>
              <a:ext uri="{FF2B5EF4-FFF2-40B4-BE49-F238E27FC236}">
                <a16:creationId xmlns:a16="http://schemas.microsoft.com/office/drawing/2014/main" id="{6640CBC0-7AAF-1B77-3605-0A126A32B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314" y="0"/>
            <a:ext cx="646010" cy="75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4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05DB-92D6-3CE3-0F82-6B218B7D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DD3F92F1-CF66-DF61-BC5A-9855A3E443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85EE39A7-DFFB-73B8-F1DA-29986939A6FB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p05-RPA WEB – salud total </a:t>
            </a:r>
            <a:r>
              <a:rPr lang="es-CO" sz="3000" b="1" noProof="0" dirty="0" err="1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Eps</a:t>
            </a: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DD76DA0-439B-C421-0A35-6E793AE482B5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grpSp>
        <p:nvGrpSpPr>
          <p:cNvPr id="93" name="Grupo 92">
            <a:extLst>
              <a:ext uri="{FF2B5EF4-FFF2-40B4-BE49-F238E27FC236}">
                <a16:creationId xmlns:a16="http://schemas.microsoft.com/office/drawing/2014/main" id="{3F828FAD-9A38-14E1-4306-F72312C2FE20}"/>
              </a:ext>
            </a:extLst>
          </p:cNvPr>
          <p:cNvGrpSpPr/>
          <p:nvPr/>
        </p:nvGrpSpPr>
        <p:grpSpPr>
          <a:xfrm>
            <a:off x="347472" y="804672"/>
            <a:ext cx="8264414" cy="3790188"/>
            <a:chOff x="347472" y="804672"/>
            <a:chExt cx="8558784" cy="406908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BF507883-52B4-51C4-0E40-8F0D1CDF8AF7}"/>
                </a:ext>
              </a:extLst>
            </p:cNvPr>
            <p:cNvSpPr/>
            <p:nvPr/>
          </p:nvSpPr>
          <p:spPr>
            <a:xfrm>
              <a:off x="347472" y="804672"/>
              <a:ext cx="3977640" cy="1691640"/>
            </a:xfrm>
            <a:prstGeom prst="roundRect">
              <a:avLst>
                <a:gd name="adj" fmla="val 5405"/>
              </a:avLst>
            </a:prstGeom>
            <a:solidFill>
              <a:srgbClr val="FFF1F2"/>
            </a:solidFill>
            <a:ln w="12700">
              <a:solidFill>
                <a:srgbClr val="FECACA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54718FBC-A3F4-EEEE-56D4-6265FC1B85A1}"/>
                </a:ext>
              </a:extLst>
            </p:cNvPr>
            <p:cNvSpPr/>
            <p:nvPr/>
          </p:nvSpPr>
          <p:spPr>
            <a:xfrm>
              <a:off x="502920" y="896112"/>
              <a:ext cx="3703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250" b="1" noProof="0" dirty="0">
                  <a:solidFill>
                    <a:srgbClr val="DC2626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¿Por qué Playwright y no </a:t>
              </a:r>
              <a:r>
                <a:rPr lang="es-CO" sz="1250" b="1" noProof="0" dirty="0" err="1">
                  <a:solidFill>
                    <a:srgbClr val="DC2626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Selenium</a:t>
              </a:r>
              <a:r>
                <a:rPr lang="es-CO" sz="1250" b="1" noProof="0" dirty="0">
                  <a:solidFill>
                    <a:srgbClr val="DC2626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?</a:t>
              </a:r>
              <a:endParaRPr lang="es-CO" sz="12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0B466759-B13C-69F5-75EA-BDEAB4A35647}"/>
                </a:ext>
              </a:extLst>
            </p:cNvPr>
            <p:cNvSpPr/>
            <p:nvPr/>
          </p:nvSpPr>
          <p:spPr>
            <a:xfrm>
              <a:off x="502920" y="1298448"/>
              <a:ext cx="370332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✅  Sin 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ChromeDriver</a:t>
              </a: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— nunca desactualizado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✅  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Chromium</a:t>
              </a: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integrado y 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autoinstalado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✅  Evaluación JS nativa del kendo-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grid</a:t>
              </a: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Angular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✅  Manejo robusto de 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popups</a:t>
              </a: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y 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timeouts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Shape 5">
              <a:extLst>
                <a:ext uri="{FF2B5EF4-FFF2-40B4-BE49-F238E27FC236}">
                  <a16:creationId xmlns:a16="http://schemas.microsoft.com/office/drawing/2014/main" id="{4CB7F353-1A1F-05AA-B2EB-63662A7451F7}"/>
                </a:ext>
              </a:extLst>
            </p:cNvPr>
            <p:cNvSpPr/>
            <p:nvPr/>
          </p:nvSpPr>
          <p:spPr>
            <a:xfrm>
              <a:off x="4526280" y="804672"/>
              <a:ext cx="4251960" cy="1691640"/>
            </a:xfrm>
            <a:prstGeom prst="roundRect">
              <a:avLst>
                <a:gd name="adj" fmla="val 540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E77E2920-3953-EF1A-6BA9-057731BF779E}"/>
                </a:ext>
              </a:extLst>
            </p:cNvPr>
            <p:cNvSpPr/>
            <p:nvPr/>
          </p:nvSpPr>
          <p:spPr>
            <a:xfrm>
              <a:off x="4663440" y="896112"/>
              <a:ext cx="3977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2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Flujo de verificación por fila:</a:t>
              </a:r>
              <a:endParaRPr lang="es-CO" sz="12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8E9E6329-00A7-E111-E5DD-12B15A4E9360}"/>
                </a:ext>
              </a:extLst>
            </p:cNvPr>
            <p:cNvSpPr/>
            <p:nvPr/>
          </p:nvSpPr>
          <p:spPr>
            <a:xfrm>
              <a:off x="4663440" y="1298448"/>
              <a:ext cx="3977640" cy="10515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1.  Ingresar cédula → CONSULTAR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2.  Validar nombre (primeros 5 caracteres)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3.  Filtrar por AUT → navegar páginas (hasta 20)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4.  Buscar </a:t>
              </a:r>
              <a:r>
                <a:rPr lang="es-CO" sz="1050" noProof="0" dirty="0" err="1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cod_fact</a:t>
              </a:r>
              <a:r>
                <a:rPr lang="es-CO" sz="1050" noProof="0" dirty="0">
                  <a:solidFill>
                    <a:srgbClr val="1E293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→ extraer 5 campos adicionales</a:t>
              </a:r>
              <a:endParaRPr lang="es-CO" sz="10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Shape 8">
              <a:extLst>
                <a:ext uri="{FF2B5EF4-FFF2-40B4-BE49-F238E27FC236}">
                  <a16:creationId xmlns:a16="http://schemas.microsoft.com/office/drawing/2014/main" id="{B6592662-4AF1-A995-C8D2-B61395318248}"/>
                </a:ext>
              </a:extLst>
            </p:cNvPr>
            <p:cNvSpPr/>
            <p:nvPr/>
          </p:nvSpPr>
          <p:spPr>
            <a:xfrm>
              <a:off x="347472" y="2633472"/>
              <a:ext cx="2029968" cy="2240280"/>
            </a:xfrm>
            <a:prstGeom prst="roundRect">
              <a:avLst>
                <a:gd name="adj" fmla="val 450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872649B0-A3C6-7670-57EE-4124B4C2D72E}"/>
                </a:ext>
              </a:extLst>
            </p:cNvPr>
            <p:cNvSpPr/>
            <p:nvPr/>
          </p:nvSpPr>
          <p:spPr>
            <a:xfrm>
              <a:off x="347472" y="2724912"/>
              <a:ext cx="2029968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🔄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 10">
              <a:extLst>
                <a:ext uri="{FF2B5EF4-FFF2-40B4-BE49-F238E27FC236}">
                  <a16:creationId xmlns:a16="http://schemas.microsoft.com/office/drawing/2014/main" id="{16B1CD61-8FA4-CDCB-F992-4F39CFA0D1CA}"/>
                </a:ext>
              </a:extLst>
            </p:cNvPr>
            <p:cNvSpPr/>
            <p:nvPr/>
          </p:nvSpPr>
          <p:spPr>
            <a:xfrm>
              <a:off x="347472" y="3291840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Reutiliza sesión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EE5608F6-E887-D01F-CA7A-28EB1E8C7021}"/>
                </a:ext>
              </a:extLst>
            </p:cNvPr>
            <p:cNvSpPr/>
            <p:nvPr/>
          </p:nvSpPr>
          <p:spPr>
            <a:xfrm>
              <a:off x="438912" y="3703320"/>
              <a:ext cx="1847088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 reabre el browser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entre filas del mismo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paciente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Shape 12">
              <a:extLst>
                <a:ext uri="{FF2B5EF4-FFF2-40B4-BE49-F238E27FC236}">
                  <a16:creationId xmlns:a16="http://schemas.microsoft.com/office/drawing/2014/main" id="{D4A78D5C-3745-E411-05EE-5977691AAAB8}"/>
                </a:ext>
              </a:extLst>
            </p:cNvPr>
            <p:cNvSpPr/>
            <p:nvPr/>
          </p:nvSpPr>
          <p:spPr>
            <a:xfrm>
              <a:off x="2523744" y="2633472"/>
              <a:ext cx="2029968" cy="2240280"/>
            </a:xfrm>
            <a:prstGeom prst="roundRect">
              <a:avLst>
                <a:gd name="adj" fmla="val 450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B9C7AF4B-2ADA-9566-6D07-6E2619D895ED}"/>
                </a:ext>
              </a:extLst>
            </p:cNvPr>
            <p:cNvSpPr/>
            <p:nvPr/>
          </p:nvSpPr>
          <p:spPr>
            <a:xfrm>
              <a:off x="2523744" y="2724912"/>
              <a:ext cx="2029968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📝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" name="Text 14">
              <a:extLst>
                <a:ext uri="{FF2B5EF4-FFF2-40B4-BE49-F238E27FC236}">
                  <a16:creationId xmlns:a16="http://schemas.microsoft.com/office/drawing/2014/main" id="{5269306E-C3BB-B200-6241-A56631508D1D}"/>
                </a:ext>
              </a:extLst>
            </p:cNvPr>
            <p:cNvSpPr/>
            <p:nvPr/>
          </p:nvSpPr>
          <p:spPr>
            <a:xfrm>
              <a:off x="2523744" y="3291840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Tiempo real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" name="Text 15">
              <a:extLst>
                <a:ext uri="{FF2B5EF4-FFF2-40B4-BE49-F238E27FC236}">
                  <a16:creationId xmlns:a16="http://schemas.microsoft.com/office/drawing/2014/main" id="{3259C946-13C9-9CFF-720D-0376B3575D2D}"/>
                </a:ext>
              </a:extLst>
            </p:cNvPr>
            <p:cNvSpPr/>
            <p:nvPr/>
          </p:nvSpPr>
          <p:spPr>
            <a:xfrm>
              <a:off x="2615184" y="3703320"/>
              <a:ext cx="1847088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Escribe y guarda Excel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después de cada fila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sin esperar el lote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Shape 16">
              <a:extLst>
                <a:ext uri="{FF2B5EF4-FFF2-40B4-BE49-F238E27FC236}">
                  <a16:creationId xmlns:a16="http://schemas.microsoft.com/office/drawing/2014/main" id="{E06BA129-8307-73A8-8A5B-EC1575C64ED3}"/>
                </a:ext>
              </a:extLst>
            </p:cNvPr>
            <p:cNvSpPr/>
            <p:nvPr/>
          </p:nvSpPr>
          <p:spPr>
            <a:xfrm>
              <a:off x="4700016" y="2633472"/>
              <a:ext cx="2029968" cy="2240280"/>
            </a:xfrm>
            <a:prstGeom prst="roundRect">
              <a:avLst>
                <a:gd name="adj" fmla="val 450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" name="Text 17">
              <a:extLst>
                <a:ext uri="{FF2B5EF4-FFF2-40B4-BE49-F238E27FC236}">
                  <a16:creationId xmlns:a16="http://schemas.microsoft.com/office/drawing/2014/main" id="{9A960431-F40E-6A4A-4C14-E8CC91C814C5}"/>
                </a:ext>
              </a:extLst>
            </p:cNvPr>
            <p:cNvSpPr/>
            <p:nvPr/>
          </p:nvSpPr>
          <p:spPr>
            <a:xfrm>
              <a:off x="4700016" y="2724912"/>
              <a:ext cx="2029968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🔁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Text 18">
              <a:extLst>
                <a:ext uri="{FF2B5EF4-FFF2-40B4-BE49-F238E27FC236}">
                  <a16:creationId xmlns:a16="http://schemas.microsoft.com/office/drawing/2014/main" id="{3DDC1D9A-3D12-B4CC-C3EE-03086B996C7E}"/>
                </a:ext>
              </a:extLst>
            </p:cNvPr>
            <p:cNvSpPr/>
            <p:nvPr/>
          </p:nvSpPr>
          <p:spPr>
            <a:xfrm>
              <a:off x="4700016" y="3291840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Reintentos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5" name="Text 19">
              <a:extLst>
                <a:ext uri="{FF2B5EF4-FFF2-40B4-BE49-F238E27FC236}">
                  <a16:creationId xmlns:a16="http://schemas.microsoft.com/office/drawing/2014/main" id="{A1F979BB-BEAA-8096-0E23-0E0A7B967615}"/>
                </a:ext>
              </a:extLst>
            </p:cNvPr>
            <p:cNvSpPr/>
            <p:nvPr/>
          </p:nvSpPr>
          <p:spPr>
            <a:xfrm>
              <a:off x="4791456" y="3703320"/>
              <a:ext cx="1847088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Hasta 3 intentos con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reinicio completo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de sesión web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Shape 20">
              <a:extLst>
                <a:ext uri="{FF2B5EF4-FFF2-40B4-BE49-F238E27FC236}">
                  <a16:creationId xmlns:a16="http://schemas.microsoft.com/office/drawing/2014/main" id="{C4A3238D-C93D-19C7-D602-2F4F85043B30}"/>
                </a:ext>
              </a:extLst>
            </p:cNvPr>
            <p:cNvSpPr/>
            <p:nvPr/>
          </p:nvSpPr>
          <p:spPr>
            <a:xfrm>
              <a:off x="6876288" y="2633472"/>
              <a:ext cx="2029968" cy="2240280"/>
            </a:xfrm>
            <a:prstGeom prst="roundRect">
              <a:avLst>
                <a:gd name="adj" fmla="val 450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7E7575B6-E00C-DC46-6351-1A29CD72F32F}"/>
                </a:ext>
              </a:extLst>
            </p:cNvPr>
            <p:cNvSpPr/>
            <p:nvPr/>
          </p:nvSpPr>
          <p:spPr>
            <a:xfrm>
              <a:off x="6876288" y="2724912"/>
              <a:ext cx="2029968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28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📅</a:t>
              </a:r>
              <a:endParaRPr lang="es-CO" sz="2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Text 22">
              <a:extLst>
                <a:ext uri="{FF2B5EF4-FFF2-40B4-BE49-F238E27FC236}">
                  <a16:creationId xmlns:a16="http://schemas.microsoft.com/office/drawing/2014/main" id="{F2232AE2-583C-94B5-A7A0-3903BE53EB1A}"/>
                </a:ext>
              </a:extLst>
            </p:cNvPr>
            <p:cNvSpPr/>
            <p:nvPr/>
          </p:nvSpPr>
          <p:spPr>
            <a:xfrm>
              <a:off x="6876288" y="3291840"/>
              <a:ext cx="20299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Truco de fechas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" name="Text 23">
              <a:extLst>
                <a:ext uri="{FF2B5EF4-FFF2-40B4-BE49-F238E27FC236}">
                  <a16:creationId xmlns:a16="http://schemas.microsoft.com/office/drawing/2014/main" id="{63A071B2-944A-DB4A-F39F-EBF457C7F4E5}"/>
                </a:ext>
              </a:extLst>
            </p:cNvPr>
            <p:cNvSpPr/>
            <p:nvPr/>
          </p:nvSpPr>
          <p:spPr>
            <a:xfrm>
              <a:off x="6967728" y="3703320"/>
              <a:ext cx="1847088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Sin resultados: retrocede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6 meses para buscar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autorizaciones antiguas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97" name="Imagen 96">
            <a:extLst>
              <a:ext uri="{FF2B5EF4-FFF2-40B4-BE49-F238E27FC236}">
                <a16:creationId xmlns:a16="http://schemas.microsoft.com/office/drawing/2014/main" id="{52AAC120-AB73-F51F-9A1E-85DF6A9BF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740" y="0"/>
            <a:ext cx="691583" cy="8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6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B33E-4130-F643-7784-E52037F97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C8759060-860D-05ED-2F2D-91BDA80D6B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32D6C03-27D3-A8BE-92C8-F133DD494179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Estados del </a:t>
            </a:r>
            <a:r>
              <a:rPr lang="es-CO" sz="3000" b="1" noProof="0" dirty="0" err="1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Rpa+IA</a:t>
            </a: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12B74FF0-29D0-83B7-8D52-31461CD3BECD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D4D73F-DABE-92F4-35DF-B179EDBE9997}"/>
              </a:ext>
            </a:extLst>
          </p:cNvPr>
          <p:cNvSpPr/>
          <p:nvPr/>
        </p:nvSpPr>
        <p:spPr>
          <a:xfrm>
            <a:off x="256032" y="987308"/>
            <a:ext cx="8458200" cy="658368"/>
          </a:xfrm>
          <a:prstGeom prst="roundRect">
            <a:avLst>
              <a:gd name="adj" fmla="val 13889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E4E8677-5834-9A8D-8AD5-6A7B2B1AEA0E}"/>
              </a:ext>
            </a:extLst>
          </p:cNvPr>
          <p:cNvSpPr/>
          <p:nvPr/>
        </p:nvSpPr>
        <p:spPr>
          <a:xfrm>
            <a:off x="365760" y="9873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✅</a:t>
            </a:r>
            <a:endParaRPr lang="es-CO" sz="2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89E1A56-7283-05DC-EFFC-66B212456E0C}"/>
              </a:ext>
            </a:extLst>
          </p:cNvPr>
          <p:cNvSpPr/>
          <p:nvPr/>
        </p:nvSpPr>
        <p:spPr>
          <a:xfrm>
            <a:off x="932688" y="10330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b="1" noProof="0" dirty="0">
                <a:solidFill>
                  <a:srgbClr val="16A3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Registro encontrado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5B4E479-2418-2C71-89B7-AB49B3B38892}"/>
              </a:ext>
            </a:extLst>
          </p:cNvPr>
          <p:cNvSpPr/>
          <p:nvPr/>
        </p:nvSpPr>
        <p:spPr>
          <a:xfrm>
            <a:off x="932688" y="13256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80" noProof="0" dirty="0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 y código verificados correctamente en la plataforma de Salud Total EPS</a:t>
            </a:r>
            <a:endParaRPr lang="es-CO" sz="98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25A6F890-65FF-FD6A-5ADD-37BB48410E4C}"/>
              </a:ext>
            </a:extLst>
          </p:cNvPr>
          <p:cNvSpPr/>
          <p:nvPr/>
        </p:nvSpPr>
        <p:spPr>
          <a:xfrm>
            <a:off x="256032" y="1737116"/>
            <a:ext cx="8458200" cy="658368"/>
          </a:xfrm>
          <a:prstGeom prst="roundRect">
            <a:avLst>
              <a:gd name="adj" fmla="val 13889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4E728EE-5236-FADC-7220-2C5F533AE84F}"/>
              </a:ext>
            </a:extLst>
          </p:cNvPr>
          <p:cNvSpPr/>
          <p:nvPr/>
        </p:nvSpPr>
        <p:spPr>
          <a:xfrm>
            <a:off x="365760" y="173711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❌</a:t>
            </a:r>
            <a:endParaRPr lang="es-CO" sz="2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D5D5FE5-571F-B9BF-AA67-DF151AEB0D74}"/>
              </a:ext>
            </a:extLst>
          </p:cNvPr>
          <p:cNvSpPr/>
          <p:nvPr/>
        </p:nvSpPr>
        <p:spPr>
          <a:xfrm>
            <a:off x="932688" y="17828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b="1" noProof="0" dirty="0">
                <a:solidFill>
                  <a:srgbClr val="DC2626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Examen NO se encuentra en Salud Total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90ACF57-8115-DC8F-C2D8-03F4D9DDF966}"/>
              </a:ext>
            </a:extLst>
          </p:cNvPr>
          <p:cNvSpPr/>
          <p:nvPr/>
        </p:nvSpPr>
        <p:spPr>
          <a:xfrm>
            <a:off x="932688" y="20754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80" noProof="0" dirty="0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El </a:t>
            </a:r>
            <a:r>
              <a:rPr lang="es-CO" sz="980" noProof="0" dirty="0" err="1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cod_fact</a:t>
            </a:r>
            <a:r>
              <a:rPr lang="es-CO" sz="980" noProof="0" dirty="0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no coincide con ningún servicio dentro de la autorización encontrada</a:t>
            </a:r>
            <a:endParaRPr lang="es-CO" sz="98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135C54CE-6744-8B63-E186-02BF60BD77FB}"/>
              </a:ext>
            </a:extLst>
          </p:cNvPr>
          <p:cNvSpPr/>
          <p:nvPr/>
        </p:nvSpPr>
        <p:spPr>
          <a:xfrm>
            <a:off x="256032" y="2486924"/>
            <a:ext cx="8458200" cy="658368"/>
          </a:xfrm>
          <a:prstGeom prst="roundRect">
            <a:avLst>
              <a:gd name="adj" fmla="val 13889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5399D18A-35CB-29B1-84B5-DD878DC91917}"/>
              </a:ext>
            </a:extLst>
          </p:cNvPr>
          <p:cNvSpPr/>
          <p:nvPr/>
        </p:nvSpPr>
        <p:spPr>
          <a:xfrm>
            <a:off x="365760" y="248692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🚫</a:t>
            </a:r>
            <a:endParaRPr lang="es-CO" sz="2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14795BFA-2CBA-450C-05A3-9CD23B47F8DD}"/>
              </a:ext>
            </a:extLst>
          </p:cNvPr>
          <p:cNvSpPr/>
          <p:nvPr/>
        </p:nvSpPr>
        <p:spPr>
          <a:xfrm>
            <a:off x="932688" y="25326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b="1" noProof="0" dirty="0">
                <a:solidFill>
                  <a:srgbClr val="EA580C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Paciente NO existe en el sistema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BDC30A75-E0E1-59D3-D072-19C5D0A81B3B}"/>
              </a:ext>
            </a:extLst>
          </p:cNvPr>
          <p:cNvSpPr/>
          <p:nvPr/>
        </p:nvSpPr>
        <p:spPr>
          <a:xfrm>
            <a:off x="932688" y="28252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80" noProof="0" dirty="0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La cédula del paciente no fue encontrada en la plataforma EPS</a:t>
            </a:r>
            <a:endParaRPr lang="es-CO" sz="98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9C7B0AF1-DAB4-39DC-C011-B31C3ADB460E}"/>
              </a:ext>
            </a:extLst>
          </p:cNvPr>
          <p:cNvSpPr/>
          <p:nvPr/>
        </p:nvSpPr>
        <p:spPr>
          <a:xfrm>
            <a:off x="256032" y="3236732"/>
            <a:ext cx="8458200" cy="658368"/>
          </a:xfrm>
          <a:prstGeom prst="roundRect">
            <a:avLst>
              <a:gd name="adj" fmla="val 13889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B2714948-4AAE-6225-4A37-2FE825B2A207}"/>
              </a:ext>
            </a:extLst>
          </p:cNvPr>
          <p:cNvSpPr/>
          <p:nvPr/>
        </p:nvSpPr>
        <p:spPr>
          <a:xfrm>
            <a:off x="365760" y="323673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⚠️</a:t>
            </a:r>
            <a:endParaRPr lang="es-CO" sz="2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D3F8A9F7-F254-238D-37F6-6C244D82CA4A}"/>
              </a:ext>
            </a:extLst>
          </p:cNvPr>
          <p:cNvSpPr/>
          <p:nvPr/>
        </p:nvSpPr>
        <p:spPr>
          <a:xfrm>
            <a:off x="932688" y="32824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b="1" noProof="0" dirty="0">
                <a:solidFill>
                  <a:srgbClr val="F59E0B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Nombre del paciente NO coincide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39E45B5C-6969-FA53-DDB3-FCF8C32E4B79}"/>
              </a:ext>
            </a:extLst>
          </p:cNvPr>
          <p:cNvSpPr/>
          <p:nvPr/>
        </p:nvSpPr>
        <p:spPr>
          <a:xfrm>
            <a:off x="932688" y="35750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80" noProof="0" dirty="0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Los primeros 5 caracteres del nombre difieren entre la web y el Excel</a:t>
            </a:r>
            <a:endParaRPr lang="es-CO" sz="98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68257469-08DD-0B38-03A0-440D51D4E56A}"/>
              </a:ext>
            </a:extLst>
          </p:cNvPr>
          <p:cNvSpPr/>
          <p:nvPr/>
        </p:nvSpPr>
        <p:spPr>
          <a:xfrm>
            <a:off x="256032" y="3986540"/>
            <a:ext cx="8458200" cy="658368"/>
          </a:xfrm>
          <a:prstGeom prst="roundRect">
            <a:avLst>
              <a:gd name="adj" fmla="val 13889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8C9F1373-418A-2E64-BDAF-FE523B537AE5}"/>
              </a:ext>
            </a:extLst>
          </p:cNvPr>
          <p:cNvSpPr/>
          <p:nvPr/>
        </p:nvSpPr>
        <p:spPr>
          <a:xfrm>
            <a:off x="365760" y="39865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🔴</a:t>
            </a:r>
            <a:endParaRPr lang="es-CO" sz="2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69ED6FE3-584E-4769-DD30-FF222E2FFB2A}"/>
              </a:ext>
            </a:extLst>
          </p:cNvPr>
          <p:cNvSpPr/>
          <p:nvPr/>
        </p:nvSpPr>
        <p:spPr>
          <a:xfrm>
            <a:off x="932688" y="40322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b="1" noProof="0" dirty="0">
                <a:solidFill>
                  <a:srgbClr val="7C3AED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ERROR - MAX REINTENTOS</a:t>
            </a:r>
            <a:endParaRPr lang="es-CO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58E1377F-0FC7-FBDB-98D3-D5BA6307E08C}"/>
              </a:ext>
            </a:extLst>
          </p:cNvPr>
          <p:cNvSpPr/>
          <p:nvPr/>
        </p:nvSpPr>
        <p:spPr>
          <a:xfrm>
            <a:off x="932688" y="43248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80" noProof="0" dirty="0">
                <a:solidFill>
                  <a:srgbClr val="37415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Fallo técnico no recuperable tras todos los reintentos configurados</a:t>
            </a:r>
            <a:endParaRPr lang="es-CO" sz="98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4E6C5645-2E07-1B84-AE73-52C4E7241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604" y="0"/>
            <a:ext cx="80772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3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8CB3-B88C-FAC9-7669-A0755772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4;p7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3CFBAF56-6F6C-2632-7782-BD69CA383A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4488"/>
          <a:stretch>
            <a:fillRect/>
          </a:stretch>
        </p:blipFill>
        <p:spPr>
          <a:xfrm>
            <a:off x="0" y="0"/>
            <a:ext cx="85457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5D7FF8E-EB97-20E3-D74D-E2AFCB1E0C65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Stack Tecnológico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4C5FFF7-9B95-3BA8-0850-5F5A2990A282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0D760FB9-C060-1FDD-58F5-A1897B96448B}"/>
              </a:ext>
            </a:extLst>
          </p:cNvPr>
          <p:cNvGrpSpPr/>
          <p:nvPr/>
        </p:nvGrpSpPr>
        <p:grpSpPr>
          <a:xfrm>
            <a:off x="1468027" y="877399"/>
            <a:ext cx="7196328" cy="3127250"/>
            <a:chOff x="347472" y="804672"/>
            <a:chExt cx="8357616" cy="3931920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15B06586-83DF-836F-664D-5996E56B37C7}"/>
                </a:ext>
              </a:extLst>
            </p:cNvPr>
            <p:cNvSpPr/>
            <p:nvPr/>
          </p:nvSpPr>
          <p:spPr>
            <a:xfrm>
              <a:off x="347472" y="8046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3776AB">
                <a:alpha val="8000"/>
              </a:srgbClr>
            </a:solidFill>
            <a:ln w="19050">
              <a:solidFill>
                <a:srgbClr val="3776AB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Text 3">
              <a:extLst>
                <a:ext uri="{FF2B5EF4-FFF2-40B4-BE49-F238E27FC236}">
                  <a16:creationId xmlns:a16="http://schemas.microsoft.com/office/drawing/2014/main" id="{797AFBE5-8FB0-4B1F-527A-8C5B278EF568}"/>
                </a:ext>
              </a:extLst>
            </p:cNvPr>
            <p:cNvSpPr/>
            <p:nvPr/>
          </p:nvSpPr>
          <p:spPr>
            <a:xfrm>
              <a:off x="347472" y="8961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🐍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046AFAF6-E518-E2A7-9DCE-5CA7C308551D}"/>
                </a:ext>
              </a:extLst>
            </p:cNvPr>
            <p:cNvSpPr/>
            <p:nvPr/>
          </p:nvSpPr>
          <p:spPr>
            <a:xfrm>
              <a:off x="347472" y="15544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3776A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Python 3.11+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9CC46092-0D50-B1CF-FD94-01FB9C099C53}"/>
                </a:ext>
              </a:extLst>
            </p:cNvPr>
            <p:cNvSpPr/>
            <p:nvPr/>
          </p:nvSpPr>
          <p:spPr>
            <a:xfrm>
              <a:off x="438912" y="20116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Lenguaje base del pipeline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26848A2B-0239-475C-924C-E334961D3D1B}"/>
                </a:ext>
              </a:extLst>
            </p:cNvPr>
            <p:cNvSpPr/>
            <p:nvPr/>
          </p:nvSpPr>
          <p:spPr>
            <a:xfrm>
              <a:off x="2478024" y="8046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0D9488">
                <a:alpha val="8000"/>
              </a:srgbClr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ADEA2B11-55D6-2509-9FF6-985FF46F02DB}"/>
                </a:ext>
              </a:extLst>
            </p:cNvPr>
            <p:cNvSpPr/>
            <p:nvPr/>
          </p:nvSpPr>
          <p:spPr>
            <a:xfrm>
              <a:off x="2478024" y="8961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🧠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F866C261-100C-941C-3728-A453F464CE35}"/>
                </a:ext>
              </a:extLst>
            </p:cNvPr>
            <p:cNvSpPr/>
            <p:nvPr/>
          </p:nvSpPr>
          <p:spPr>
            <a:xfrm>
              <a:off x="2478024" y="15544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s-CO" sz="12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GPT-4o  o mini,  Vision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08AB8D90-0CCD-E0F7-71B5-EB59FAC43503}"/>
                </a:ext>
              </a:extLst>
            </p:cNvPr>
            <p:cNvSpPr/>
            <p:nvPr/>
          </p:nvSpPr>
          <p:spPr>
            <a:xfrm>
              <a:off x="2569464" y="20116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OCR de formularios manuscritos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Shape 10">
              <a:extLst>
                <a:ext uri="{FF2B5EF4-FFF2-40B4-BE49-F238E27FC236}">
                  <a16:creationId xmlns:a16="http://schemas.microsoft.com/office/drawing/2014/main" id="{2C4FD0D9-C39B-8040-4E1C-E4A6C096DF35}"/>
                </a:ext>
              </a:extLst>
            </p:cNvPr>
            <p:cNvSpPr/>
            <p:nvPr/>
          </p:nvSpPr>
          <p:spPr>
            <a:xfrm>
              <a:off x="4608576" y="8046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2D9900">
                <a:alpha val="8000"/>
              </a:srgbClr>
            </a:solidFill>
            <a:ln w="19050">
              <a:solidFill>
                <a:srgbClr val="2D99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9EB8CEAF-1AB6-99A4-2FBF-D74348307B65}"/>
                </a:ext>
              </a:extLst>
            </p:cNvPr>
            <p:cNvSpPr/>
            <p:nvPr/>
          </p:nvSpPr>
          <p:spPr>
            <a:xfrm>
              <a:off x="4608576" y="8961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🎭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1A61E28E-8799-AB34-A63B-177A68AD0B6E}"/>
                </a:ext>
              </a:extLst>
            </p:cNvPr>
            <p:cNvSpPr/>
            <p:nvPr/>
          </p:nvSpPr>
          <p:spPr>
            <a:xfrm>
              <a:off x="4608576" y="15544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2D9900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Playwright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6E06270C-103E-3D0F-9E4A-53F8AEAA503B}"/>
                </a:ext>
              </a:extLst>
            </p:cNvPr>
            <p:cNvSpPr/>
            <p:nvPr/>
          </p:nvSpPr>
          <p:spPr>
            <a:xfrm>
              <a:off x="4700016" y="20116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RPA web sin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ChromeDriver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Shape 14">
              <a:extLst>
                <a:ext uri="{FF2B5EF4-FFF2-40B4-BE49-F238E27FC236}">
                  <a16:creationId xmlns:a16="http://schemas.microsoft.com/office/drawing/2014/main" id="{9DCFB417-DA9C-7ECB-E0BB-911D12C96EFE}"/>
                </a:ext>
              </a:extLst>
            </p:cNvPr>
            <p:cNvSpPr/>
            <p:nvPr/>
          </p:nvSpPr>
          <p:spPr>
            <a:xfrm>
              <a:off x="6739128" y="8046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E74C3C">
                <a:alpha val="8000"/>
              </a:srgbClr>
            </a:solidFill>
            <a:ln w="19050">
              <a:solidFill>
                <a:srgbClr val="E74C3C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8513854C-D495-F5A9-33A2-25D0E3AB595F}"/>
                </a:ext>
              </a:extLst>
            </p:cNvPr>
            <p:cNvSpPr/>
            <p:nvPr/>
          </p:nvSpPr>
          <p:spPr>
            <a:xfrm>
              <a:off x="6739128" y="8961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📄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" name="Text 16">
              <a:extLst>
                <a:ext uri="{FF2B5EF4-FFF2-40B4-BE49-F238E27FC236}">
                  <a16:creationId xmlns:a16="http://schemas.microsoft.com/office/drawing/2014/main" id="{4BB51273-ECF0-5183-3D5E-1691D56FB25B}"/>
                </a:ext>
              </a:extLst>
            </p:cNvPr>
            <p:cNvSpPr/>
            <p:nvPr/>
          </p:nvSpPr>
          <p:spPr>
            <a:xfrm>
              <a:off x="6739128" y="15544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 err="1">
                  <a:solidFill>
                    <a:srgbClr val="E74C3C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PyMuPDF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F6B4C0A8-8783-A0D4-486F-FF7FC63D5BE5}"/>
                </a:ext>
              </a:extLst>
            </p:cNvPr>
            <p:cNvSpPr/>
            <p:nvPr/>
          </p:nvSpPr>
          <p:spPr>
            <a:xfrm>
              <a:off x="6830568" y="20116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PDF → imagen sin Poppler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" name="Shape 18">
              <a:extLst>
                <a:ext uri="{FF2B5EF4-FFF2-40B4-BE49-F238E27FC236}">
                  <a16:creationId xmlns:a16="http://schemas.microsoft.com/office/drawing/2014/main" id="{5EFC4B85-81E0-C61B-0437-B51D47648159}"/>
                </a:ext>
              </a:extLst>
            </p:cNvPr>
            <p:cNvSpPr/>
            <p:nvPr/>
          </p:nvSpPr>
          <p:spPr>
            <a:xfrm>
              <a:off x="347472" y="28620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1D6F42">
                <a:alpha val="8000"/>
              </a:srgbClr>
            </a:solidFill>
            <a:ln w="19050">
              <a:solidFill>
                <a:srgbClr val="1D6F42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" name="Text 19">
              <a:extLst>
                <a:ext uri="{FF2B5EF4-FFF2-40B4-BE49-F238E27FC236}">
                  <a16:creationId xmlns:a16="http://schemas.microsoft.com/office/drawing/2014/main" id="{C1961B00-8030-DCA3-1763-AC484AA8CBA6}"/>
                </a:ext>
              </a:extLst>
            </p:cNvPr>
            <p:cNvSpPr/>
            <p:nvPr/>
          </p:nvSpPr>
          <p:spPr>
            <a:xfrm>
              <a:off x="347472" y="29535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📊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Text 20">
              <a:extLst>
                <a:ext uri="{FF2B5EF4-FFF2-40B4-BE49-F238E27FC236}">
                  <a16:creationId xmlns:a16="http://schemas.microsoft.com/office/drawing/2014/main" id="{6BDE4A0B-06C1-3987-8F55-D14E6CD88028}"/>
                </a:ext>
              </a:extLst>
            </p:cNvPr>
            <p:cNvSpPr/>
            <p:nvPr/>
          </p:nvSpPr>
          <p:spPr>
            <a:xfrm>
              <a:off x="347472" y="36118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 err="1">
                  <a:solidFill>
                    <a:srgbClr val="1D6F42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openpyxl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Text 21">
              <a:extLst>
                <a:ext uri="{FF2B5EF4-FFF2-40B4-BE49-F238E27FC236}">
                  <a16:creationId xmlns:a16="http://schemas.microsoft.com/office/drawing/2014/main" id="{853A36C1-5D82-5FB0-E039-15D3B77920A2}"/>
                </a:ext>
              </a:extLst>
            </p:cNvPr>
            <p:cNvSpPr/>
            <p:nvPr/>
          </p:nvSpPr>
          <p:spPr>
            <a:xfrm>
              <a:off x="438912" y="40690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Excel en tiempo real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Shape 22">
              <a:extLst>
                <a:ext uri="{FF2B5EF4-FFF2-40B4-BE49-F238E27FC236}">
                  <a16:creationId xmlns:a16="http://schemas.microsoft.com/office/drawing/2014/main" id="{459A4B34-FE2F-B4D3-82F4-502E3298AECF}"/>
                </a:ext>
              </a:extLst>
            </p:cNvPr>
            <p:cNvSpPr/>
            <p:nvPr/>
          </p:nvSpPr>
          <p:spPr>
            <a:xfrm>
              <a:off x="2478024" y="28620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F59E0B">
                <a:alpha val="8000"/>
              </a:srgbClr>
            </a:solidFill>
            <a:ln w="19050">
              <a:solidFill>
                <a:srgbClr val="F59E0B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" name="Text 23">
              <a:extLst>
                <a:ext uri="{FF2B5EF4-FFF2-40B4-BE49-F238E27FC236}">
                  <a16:creationId xmlns:a16="http://schemas.microsoft.com/office/drawing/2014/main" id="{71040132-661B-1814-C4A8-25E38DB6428F}"/>
                </a:ext>
              </a:extLst>
            </p:cNvPr>
            <p:cNvSpPr/>
            <p:nvPr/>
          </p:nvSpPr>
          <p:spPr>
            <a:xfrm>
              <a:off x="2478024" y="29535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⚙️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9" name="Text 24">
              <a:extLst>
                <a:ext uri="{FF2B5EF4-FFF2-40B4-BE49-F238E27FC236}">
                  <a16:creationId xmlns:a16="http://schemas.microsoft.com/office/drawing/2014/main" id="{340C5031-28D1-CF84-C6D8-329D9CA1EA2C}"/>
                </a:ext>
              </a:extLst>
            </p:cNvPr>
            <p:cNvSpPr/>
            <p:nvPr/>
          </p:nvSpPr>
          <p:spPr>
            <a:xfrm>
              <a:off x="2478024" y="36118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 err="1">
                  <a:solidFill>
                    <a:srgbClr val="F59E0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PyYAML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Text 25">
              <a:extLst>
                <a:ext uri="{FF2B5EF4-FFF2-40B4-BE49-F238E27FC236}">
                  <a16:creationId xmlns:a16="http://schemas.microsoft.com/office/drawing/2014/main" id="{15060A64-FAF5-889E-A6A2-87D63F6054AE}"/>
                </a:ext>
              </a:extLst>
            </p:cNvPr>
            <p:cNvSpPr/>
            <p:nvPr/>
          </p:nvSpPr>
          <p:spPr>
            <a:xfrm>
              <a:off x="2569464" y="40690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Configuración centralizada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3" name="Shape 26">
              <a:extLst>
                <a:ext uri="{FF2B5EF4-FFF2-40B4-BE49-F238E27FC236}">
                  <a16:creationId xmlns:a16="http://schemas.microsoft.com/office/drawing/2014/main" id="{8B4133EE-59F9-59E4-83E4-9012F8979815}"/>
                </a:ext>
              </a:extLst>
            </p:cNvPr>
            <p:cNvSpPr/>
            <p:nvPr/>
          </p:nvSpPr>
          <p:spPr>
            <a:xfrm>
              <a:off x="4608576" y="28620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7C3AED">
                <a:alpha val="8000"/>
              </a:srgbClr>
            </a:solidFill>
            <a:ln w="19050">
              <a:solidFill>
                <a:srgbClr val="7C3AED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5" name="Text 27">
              <a:extLst>
                <a:ext uri="{FF2B5EF4-FFF2-40B4-BE49-F238E27FC236}">
                  <a16:creationId xmlns:a16="http://schemas.microsoft.com/office/drawing/2014/main" id="{5F9A7ED4-A24D-0008-1049-F8F332674425}"/>
                </a:ext>
              </a:extLst>
            </p:cNvPr>
            <p:cNvSpPr/>
            <p:nvPr/>
          </p:nvSpPr>
          <p:spPr>
            <a:xfrm>
              <a:off x="4608576" y="29535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🔐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7" name="Text 28">
              <a:extLst>
                <a:ext uri="{FF2B5EF4-FFF2-40B4-BE49-F238E27FC236}">
                  <a16:creationId xmlns:a16="http://schemas.microsoft.com/office/drawing/2014/main" id="{DAA5DE9E-07BD-8C34-3CFD-0669E4FB623C}"/>
                </a:ext>
              </a:extLst>
            </p:cNvPr>
            <p:cNvSpPr/>
            <p:nvPr/>
          </p:nvSpPr>
          <p:spPr>
            <a:xfrm>
              <a:off x="4608576" y="36118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 err="1">
                  <a:solidFill>
                    <a:srgbClr val="7C3AED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python-dotenv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Text 29">
              <a:extLst>
                <a:ext uri="{FF2B5EF4-FFF2-40B4-BE49-F238E27FC236}">
                  <a16:creationId xmlns:a16="http://schemas.microsoft.com/office/drawing/2014/main" id="{73455D28-498A-8A66-3F70-04E04A954E4A}"/>
                </a:ext>
              </a:extLst>
            </p:cNvPr>
            <p:cNvSpPr/>
            <p:nvPr/>
          </p:nvSpPr>
          <p:spPr>
            <a:xfrm>
              <a:off x="4700016" y="40690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Credenciales seguras vía .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env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1" name="Shape 30">
              <a:extLst>
                <a:ext uri="{FF2B5EF4-FFF2-40B4-BE49-F238E27FC236}">
                  <a16:creationId xmlns:a16="http://schemas.microsoft.com/office/drawing/2014/main" id="{3B44B295-44C6-6AD0-B159-FE65D3786976}"/>
                </a:ext>
              </a:extLst>
            </p:cNvPr>
            <p:cNvSpPr/>
            <p:nvPr/>
          </p:nvSpPr>
          <p:spPr>
            <a:xfrm>
              <a:off x="6739128" y="2862072"/>
              <a:ext cx="1965960" cy="1874520"/>
            </a:xfrm>
            <a:prstGeom prst="roundRect">
              <a:avLst>
                <a:gd name="adj" fmla="val 5854"/>
              </a:avLst>
            </a:prstGeom>
            <a:solidFill>
              <a:srgbClr val="4F46E5">
                <a:alpha val="8000"/>
              </a:srgbClr>
            </a:solidFill>
            <a:ln w="19050">
              <a:solidFill>
                <a:srgbClr val="4F46E5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Text 31">
              <a:extLst>
                <a:ext uri="{FF2B5EF4-FFF2-40B4-BE49-F238E27FC236}">
                  <a16:creationId xmlns:a16="http://schemas.microsoft.com/office/drawing/2014/main" id="{80B6D56A-E66F-1DD3-FC22-6BBB2FA8141E}"/>
                </a:ext>
              </a:extLst>
            </p:cNvPr>
            <p:cNvSpPr/>
            <p:nvPr/>
          </p:nvSpPr>
          <p:spPr>
            <a:xfrm>
              <a:off x="6739128" y="2953512"/>
              <a:ext cx="19659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3000" noProof="0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🚀</a:t>
              </a:r>
              <a:endParaRPr lang="es-CO" sz="3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5" name="Text 32">
              <a:extLst>
                <a:ext uri="{FF2B5EF4-FFF2-40B4-BE49-F238E27FC236}">
                  <a16:creationId xmlns:a16="http://schemas.microsoft.com/office/drawing/2014/main" id="{021C5E14-CD16-C3AE-2B60-E2B21FF9DF61}"/>
                </a:ext>
              </a:extLst>
            </p:cNvPr>
            <p:cNvSpPr/>
            <p:nvPr/>
          </p:nvSpPr>
          <p:spPr>
            <a:xfrm>
              <a:off x="6739128" y="3611880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 err="1">
                  <a:solidFill>
                    <a:srgbClr val="4F46E5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uv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Text 33">
              <a:extLst>
                <a:ext uri="{FF2B5EF4-FFF2-40B4-BE49-F238E27FC236}">
                  <a16:creationId xmlns:a16="http://schemas.microsoft.com/office/drawing/2014/main" id="{807E45F0-F290-3053-C09E-1577FE7AF13E}"/>
                </a:ext>
              </a:extLst>
            </p:cNvPr>
            <p:cNvSpPr/>
            <p:nvPr/>
          </p:nvSpPr>
          <p:spPr>
            <a:xfrm>
              <a:off x="6830568" y="406908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Entornos virtuales modernos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90" name="Imagen 89">
            <a:extLst>
              <a:ext uri="{FF2B5EF4-FFF2-40B4-BE49-F238E27FC236}">
                <a16:creationId xmlns:a16="http://schemas.microsoft.com/office/drawing/2014/main" id="{5ABBACF0-3F15-2F9D-D7AC-78F4FE792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6" y="0"/>
            <a:ext cx="716237" cy="83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71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1F110-6B94-F453-8D32-E9EB45A1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FFFFE4CE-5332-F3E1-D565-2A87702211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8">
            <a:extLst>
              <a:ext uri="{FF2B5EF4-FFF2-40B4-BE49-F238E27FC236}">
                <a16:creationId xmlns:a16="http://schemas.microsoft.com/office/drawing/2014/main" id="{FE1E9382-EC9D-AEB8-0FE7-4DA1498AF9B7}"/>
              </a:ext>
            </a:extLst>
          </p:cNvPr>
          <p:cNvSpPr/>
          <p:nvPr/>
        </p:nvSpPr>
        <p:spPr>
          <a:xfrm flipH="1">
            <a:off x="232917" y="1646062"/>
            <a:ext cx="4114949" cy="551391"/>
          </a:xfrm>
          <a:prstGeom prst="roundRect">
            <a:avLst>
              <a:gd name="adj" fmla="val 15897"/>
            </a:avLst>
          </a:prstGeom>
          <a:solidFill>
            <a:schemeClr val="lt1"/>
          </a:solidFill>
          <a:ln>
            <a:noFill/>
          </a:ln>
          <a:effectLst>
            <a:outerShdw blurRad="444500" sx="102000" sy="102000" algn="ctr" rotWithShape="0">
              <a:schemeClr val="dk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noProof="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8">
            <a:extLst>
              <a:ext uri="{FF2B5EF4-FFF2-40B4-BE49-F238E27FC236}">
                <a16:creationId xmlns:a16="http://schemas.microsoft.com/office/drawing/2014/main" id="{680EF9BF-E427-134D-1CF6-DDCE725EBE0F}"/>
              </a:ext>
            </a:extLst>
          </p:cNvPr>
          <p:cNvSpPr txBox="1"/>
          <p:nvPr/>
        </p:nvSpPr>
        <p:spPr>
          <a:xfrm>
            <a:off x="2220517" y="1786363"/>
            <a:ext cx="39108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Manuscritos sin leer.</a:t>
            </a:r>
          </a:p>
        </p:txBody>
      </p:sp>
      <p:cxnSp>
        <p:nvCxnSpPr>
          <p:cNvPr id="329" name="Google Shape;329;p8">
            <a:extLst>
              <a:ext uri="{FF2B5EF4-FFF2-40B4-BE49-F238E27FC236}">
                <a16:creationId xmlns:a16="http://schemas.microsoft.com/office/drawing/2014/main" id="{5555ACA9-A4FA-B422-43D3-740E7B34CF27}"/>
              </a:ext>
            </a:extLst>
          </p:cNvPr>
          <p:cNvCxnSpPr>
            <a:cxnSpLocks/>
          </p:cNvCxnSpPr>
          <p:nvPr/>
        </p:nvCxnSpPr>
        <p:spPr>
          <a:xfrm>
            <a:off x="981449" y="1714856"/>
            <a:ext cx="0" cy="413804"/>
          </a:xfrm>
          <a:prstGeom prst="straightConnector1">
            <a:avLst/>
          </a:prstGeom>
          <a:noFill/>
          <a:ln w="9525" cap="flat" cmpd="sng">
            <a:solidFill>
              <a:srgbClr val="0596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3" name="Google Shape;333;p8">
            <a:extLst>
              <a:ext uri="{FF2B5EF4-FFF2-40B4-BE49-F238E27FC236}">
                <a16:creationId xmlns:a16="http://schemas.microsoft.com/office/drawing/2014/main" id="{375107D5-17F2-FB8E-2F71-E5691AEA0FF1}"/>
              </a:ext>
            </a:extLst>
          </p:cNvPr>
          <p:cNvSpPr txBox="1"/>
          <p:nvPr/>
        </p:nvSpPr>
        <p:spPr>
          <a:xfrm>
            <a:off x="1026991" y="1765709"/>
            <a:ext cx="120525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NO LECTURA</a:t>
            </a:r>
            <a:endParaRPr lang="es-CO" noProof="0" dirty="0"/>
          </a:p>
        </p:txBody>
      </p:sp>
      <p:pic>
        <p:nvPicPr>
          <p:cNvPr id="340" name="Google Shape;340;p8" title="Recurso 507.png">
            <a:extLst>
              <a:ext uri="{FF2B5EF4-FFF2-40B4-BE49-F238E27FC236}">
                <a16:creationId xmlns:a16="http://schemas.microsoft.com/office/drawing/2014/main" id="{A2698FA8-E41D-01D7-6B1A-8A00C170C9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189" y="1714856"/>
            <a:ext cx="399640" cy="41380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322;p8">
            <a:extLst>
              <a:ext uri="{FF2B5EF4-FFF2-40B4-BE49-F238E27FC236}">
                <a16:creationId xmlns:a16="http://schemas.microsoft.com/office/drawing/2014/main" id="{25EDACEB-BF1F-F04C-CFEF-9F3519FDA71F}"/>
              </a:ext>
            </a:extLst>
          </p:cNvPr>
          <p:cNvSpPr/>
          <p:nvPr/>
        </p:nvSpPr>
        <p:spPr>
          <a:xfrm flipH="1">
            <a:off x="232917" y="2415500"/>
            <a:ext cx="4114949" cy="551391"/>
          </a:xfrm>
          <a:prstGeom prst="roundRect">
            <a:avLst>
              <a:gd name="adj" fmla="val 15897"/>
            </a:avLst>
          </a:prstGeom>
          <a:solidFill>
            <a:schemeClr val="lt1"/>
          </a:solidFill>
          <a:ln>
            <a:noFill/>
          </a:ln>
          <a:effectLst>
            <a:outerShdw blurRad="444500" sx="102000" sy="102000" algn="ctr" rotWithShape="0">
              <a:schemeClr val="dk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noProof="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3;p8">
            <a:extLst>
              <a:ext uri="{FF2B5EF4-FFF2-40B4-BE49-F238E27FC236}">
                <a16:creationId xmlns:a16="http://schemas.microsoft.com/office/drawing/2014/main" id="{E8D6FD11-2498-5F6E-0C98-29A40B42855C}"/>
              </a:ext>
            </a:extLst>
          </p:cNvPr>
          <p:cNvSpPr txBox="1"/>
          <p:nvPr/>
        </p:nvSpPr>
        <p:spPr>
          <a:xfrm>
            <a:off x="2324030" y="2581602"/>
            <a:ext cx="3910868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Transcripción del doc. </a:t>
            </a:r>
          </a:p>
        </p:txBody>
      </p:sp>
      <p:cxnSp>
        <p:nvCxnSpPr>
          <p:cNvPr id="321" name="Google Shape;329;p8">
            <a:extLst>
              <a:ext uri="{FF2B5EF4-FFF2-40B4-BE49-F238E27FC236}">
                <a16:creationId xmlns:a16="http://schemas.microsoft.com/office/drawing/2014/main" id="{2EC64078-54DD-A1CF-0CD2-1799CCA7EE0B}"/>
              </a:ext>
            </a:extLst>
          </p:cNvPr>
          <p:cNvCxnSpPr>
            <a:cxnSpLocks/>
          </p:cNvCxnSpPr>
          <p:nvPr/>
        </p:nvCxnSpPr>
        <p:spPr>
          <a:xfrm>
            <a:off x="981449" y="2484294"/>
            <a:ext cx="0" cy="413804"/>
          </a:xfrm>
          <a:prstGeom prst="straightConnector1">
            <a:avLst/>
          </a:prstGeom>
          <a:noFill/>
          <a:ln w="9525" cap="flat" cmpd="sng">
            <a:solidFill>
              <a:srgbClr val="0596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4" name="Google Shape;333;p8">
            <a:extLst>
              <a:ext uri="{FF2B5EF4-FFF2-40B4-BE49-F238E27FC236}">
                <a16:creationId xmlns:a16="http://schemas.microsoft.com/office/drawing/2014/main" id="{AEA91F4E-7438-9BDB-B766-15BD923A5F3A}"/>
              </a:ext>
            </a:extLst>
          </p:cNvPr>
          <p:cNvSpPr txBox="1"/>
          <p:nvPr/>
        </p:nvSpPr>
        <p:spPr>
          <a:xfrm>
            <a:off x="1072395" y="2413342"/>
            <a:ext cx="1396696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MAYOR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INTERVENCION HUMANA</a:t>
            </a:r>
            <a:endParaRPr lang="es-CO" sz="1100" noProof="0" dirty="0"/>
          </a:p>
        </p:txBody>
      </p:sp>
      <p:pic>
        <p:nvPicPr>
          <p:cNvPr id="325" name="Google Shape;340;p8" title="Recurso 507.png">
            <a:extLst>
              <a:ext uri="{FF2B5EF4-FFF2-40B4-BE49-F238E27FC236}">
                <a16:creationId xmlns:a16="http://schemas.microsoft.com/office/drawing/2014/main" id="{83EDAAC5-1A71-07CE-042B-1A2F0BC3D8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189" y="2484294"/>
            <a:ext cx="399640" cy="41380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2;p8">
            <a:extLst>
              <a:ext uri="{FF2B5EF4-FFF2-40B4-BE49-F238E27FC236}">
                <a16:creationId xmlns:a16="http://schemas.microsoft.com/office/drawing/2014/main" id="{0D992EC6-8630-1134-10E9-AA2DD57C64C8}"/>
              </a:ext>
            </a:extLst>
          </p:cNvPr>
          <p:cNvSpPr/>
          <p:nvPr/>
        </p:nvSpPr>
        <p:spPr>
          <a:xfrm flipH="1">
            <a:off x="266556" y="3188051"/>
            <a:ext cx="4114949" cy="551391"/>
          </a:xfrm>
          <a:prstGeom prst="roundRect">
            <a:avLst>
              <a:gd name="adj" fmla="val 15897"/>
            </a:avLst>
          </a:prstGeom>
          <a:solidFill>
            <a:schemeClr val="lt1"/>
          </a:solidFill>
          <a:ln>
            <a:noFill/>
          </a:ln>
          <a:effectLst>
            <a:outerShdw blurRad="444500" sx="102000" sy="102000" algn="ctr" rotWithShape="0">
              <a:schemeClr val="dk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noProof="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3;p8">
            <a:extLst>
              <a:ext uri="{FF2B5EF4-FFF2-40B4-BE49-F238E27FC236}">
                <a16:creationId xmlns:a16="http://schemas.microsoft.com/office/drawing/2014/main" id="{604B68AF-96FF-282C-729C-51E269C0817E}"/>
              </a:ext>
            </a:extLst>
          </p:cNvPr>
          <p:cNvSpPr txBox="1"/>
          <p:nvPr/>
        </p:nvSpPr>
        <p:spPr>
          <a:xfrm>
            <a:off x="2324030" y="3349668"/>
            <a:ext cx="39108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Solo un insumo de entrada</a:t>
            </a:r>
          </a:p>
        </p:txBody>
      </p:sp>
      <p:cxnSp>
        <p:nvCxnSpPr>
          <p:cNvPr id="328" name="Google Shape;329;p8">
            <a:extLst>
              <a:ext uri="{FF2B5EF4-FFF2-40B4-BE49-F238E27FC236}">
                <a16:creationId xmlns:a16="http://schemas.microsoft.com/office/drawing/2014/main" id="{FD068363-F4D4-7040-9E9D-18E15D30B169}"/>
              </a:ext>
            </a:extLst>
          </p:cNvPr>
          <p:cNvCxnSpPr>
            <a:cxnSpLocks/>
          </p:cNvCxnSpPr>
          <p:nvPr/>
        </p:nvCxnSpPr>
        <p:spPr>
          <a:xfrm>
            <a:off x="981449" y="3256845"/>
            <a:ext cx="0" cy="413804"/>
          </a:xfrm>
          <a:prstGeom prst="straightConnector1">
            <a:avLst/>
          </a:prstGeom>
          <a:noFill/>
          <a:ln w="9525" cap="flat" cmpd="sng">
            <a:solidFill>
              <a:srgbClr val="0596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0" name="Google Shape;333;p8">
            <a:extLst>
              <a:ext uri="{FF2B5EF4-FFF2-40B4-BE49-F238E27FC236}">
                <a16:creationId xmlns:a16="http://schemas.microsoft.com/office/drawing/2014/main" id="{5CAC8FD2-A3D1-168D-4BD1-5BE57AA02080}"/>
              </a:ext>
            </a:extLst>
          </p:cNvPr>
          <p:cNvSpPr txBox="1"/>
          <p:nvPr/>
        </p:nvSpPr>
        <p:spPr>
          <a:xfrm>
            <a:off x="1010198" y="3254552"/>
            <a:ext cx="164008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DATOS DIGITALES ESTRUCTURADOS</a:t>
            </a:r>
            <a:endParaRPr lang="es-CO" sz="1100" noProof="0" dirty="0"/>
          </a:p>
        </p:txBody>
      </p:sp>
      <p:pic>
        <p:nvPicPr>
          <p:cNvPr id="331" name="Google Shape;340;p8" title="Recurso 507.png">
            <a:extLst>
              <a:ext uri="{FF2B5EF4-FFF2-40B4-BE49-F238E27FC236}">
                <a16:creationId xmlns:a16="http://schemas.microsoft.com/office/drawing/2014/main" id="{74475BBB-CF02-603E-2141-0827D2830B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189" y="3256845"/>
            <a:ext cx="399640" cy="41380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22;p8">
            <a:extLst>
              <a:ext uri="{FF2B5EF4-FFF2-40B4-BE49-F238E27FC236}">
                <a16:creationId xmlns:a16="http://schemas.microsoft.com/office/drawing/2014/main" id="{183CAC8C-16D1-E114-CE5E-999A0CC3CB0A}"/>
              </a:ext>
            </a:extLst>
          </p:cNvPr>
          <p:cNvSpPr/>
          <p:nvPr/>
        </p:nvSpPr>
        <p:spPr>
          <a:xfrm flipH="1">
            <a:off x="4796136" y="1650042"/>
            <a:ext cx="4210704" cy="551391"/>
          </a:xfrm>
          <a:prstGeom prst="roundRect">
            <a:avLst>
              <a:gd name="adj" fmla="val 15897"/>
            </a:avLst>
          </a:prstGeom>
          <a:solidFill>
            <a:schemeClr val="lt1"/>
          </a:solidFill>
          <a:ln>
            <a:noFill/>
          </a:ln>
          <a:effectLst>
            <a:outerShdw blurRad="444500" sx="102000" sy="102000" algn="ctr" rotWithShape="0">
              <a:schemeClr val="dk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noProof="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23;p8">
            <a:extLst>
              <a:ext uri="{FF2B5EF4-FFF2-40B4-BE49-F238E27FC236}">
                <a16:creationId xmlns:a16="http://schemas.microsoft.com/office/drawing/2014/main" id="{6FF5232C-39BB-5733-80AB-D95957EB75DA}"/>
              </a:ext>
            </a:extLst>
          </p:cNvPr>
          <p:cNvSpPr txBox="1"/>
          <p:nvPr/>
        </p:nvSpPr>
        <p:spPr>
          <a:xfrm>
            <a:off x="6806955" y="1688766"/>
            <a:ext cx="221351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Lectura de formularios manuscritos escaneados</a:t>
            </a:r>
          </a:p>
        </p:txBody>
      </p:sp>
      <p:cxnSp>
        <p:nvCxnSpPr>
          <p:cNvPr id="335" name="Google Shape;329;p8">
            <a:extLst>
              <a:ext uri="{FF2B5EF4-FFF2-40B4-BE49-F238E27FC236}">
                <a16:creationId xmlns:a16="http://schemas.microsoft.com/office/drawing/2014/main" id="{E056CD19-B0C0-4F21-413F-AEDC4FAEC75B}"/>
              </a:ext>
            </a:extLst>
          </p:cNvPr>
          <p:cNvCxnSpPr>
            <a:cxnSpLocks/>
          </p:cNvCxnSpPr>
          <p:nvPr/>
        </p:nvCxnSpPr>
        <p:spPr>
          <a:xfrm>
            <a:off x="5544667" y="1718836"/>
            <a:ext cx="0" cy="413804"/>
          </a:xfrm>
          <a:prstGeom prst="straightConnector1">
            <a:avLst/>
          </a:prstGeom>
          <a:noFill/>
          <a:ln w="9525" cap="flat" cmpd="sng">
            <a:solidFill>
              <a:srgbClr val="0596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6" name="Google Shape;333;p8">
            <a:extLst>
              <a:ext uri="{FF2B5EF4-FFF2-40B4-BE49-F238E27FC236}">
                <a16:creationId xmlns:a16="http://schemas.microsoft.com/office/drawing/2014/main" id="{2E29E1DA-D17B-ED72-3019-0AB1954BAB3E}"/>
              </a:ext>
            </a:extLst>
          </p:cNvPr>
          <p:cNvSpPr txBox="1"/>
          <p:nvPr/>
        </p:nvSpPr>
        <p:spPr>
          <a:xfrm>
            <a:off x="5586933" y="1786363"/>
            <a:ext cx="128787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MODEL VISION</a:t>
            </a:r>
            <a:endParaRPr lang="es-CO" noProof="0" dirty="0"/>
          </a:p>
        </p:txBody>
      </p:sp>
      <p:pic>
        <p:nvPicPr>
          <p:cNvPr id="337" name="Google Shape;340;p8" title="Recurso 507.png">
            <a:extLst>
              <a:ext uri="{FF2B5EF4-FFF2-40B4-BE49-F238E27FC236}">
                <a16:creationId xmlns:a16="http://schemas.microsoft.com/office/drawing/2014/main" id="{F89A0D12-A0E9-218F-F321-7634C7C4F5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4407" y="1718836"/>
            <a:ext cx="295011" cy="329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22;p8">
            <a:extLst>
              <a:ext uri="{FF2B5EF4-FFF2-40B4-BE49-F238E27FC236}">
                <a16:creationId xmlns:a16="http://schemas.microsoft.com/office/drawing/2014/main" id="{A4CD3742-E663-49D2-5A27-2E2F7B693881}"/>
              </a:ext>
            </a:extLst>
          </p:cNvPr>
          <p:cNvSpPr/>
          <p:nvPr/>
        </p:nvSpPr>
        <p:spPr>
          <a:xfrm flipH="1">
            <a:off x="4838899" y="2414128"/>
            <a:ext cx="4210704" cy="551391"/>
          </a:xfrm>
          <a:prstGeom prst="roundRect">
            <a:avLst>
              <a:gd name="adj" fmla="val 15897"/>
            </a:avLst>
          </a:prstGeom>
          <a:solidFill>
            <a:schemeClr val="lt1"/>
          </a:solidFill>
          <a:ln>
            <a:noFill/>
          </a:ln>
          <a:effectLst>
            <a:outerShdw blurRad="444500" sx="102000" sy="102000" algn="ctr" rotWithShape="0">
              <a:schemeClr val="dk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noProof="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23;p8">
            <a:extLst>
              <a:ext uri="{FF2B5EF4-FFF2-40B4-BE49-F238E27FC236}">
                <a16:creationId xmlns:a16="http://schemas.microsoft.com/office/drawing/2014/main" id="{E4459FEC-0DA4-5CAD-BA54-073A3D1BF38C}"/>
              </a:ext>
            </a:extLst>
          </p:cNvPr>
          <p:cNvSpPr txBox="1"/>
          <p:nvPr/>
        </p:nvSpPr>
        <p:spPr>
          <a:xfrm>
            <a:off x="6748323" y="2489094"/>
            <a:ext cx="3910868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Asegura la continuidad 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proceso</a:t>
            </a:r>
          </a:p>
        </p:txBody>
      </p:sp>
      <p:cxnSp>
        <p:nvCxnSpPr>
          <p:cNvPr id="341" name="Google Shape;329;p8">
            <a:extLst>
              <a:ext uri="{FF2B5EF4-FFF2-40B4-BE49-F238E27FC236}">
                <a16:creationId xmlns:a16="http://schemas.microsoft.com/office/drawing/2014/main" id="{FCE01760-156B-BFBF-B647-09151BD3AF72}"/>
              </a:ext>
            </a:extLst>
          </p:cNvPr>
          <p:cNvCxnSpPr>
            <a:cxnSpLocks/>
          </p:cNvCxnSpPr>
          <p:nvPr/>
        </p:nvCxnSpPr>
        <p:spPr>
          <a:xfrm>
            <a:off x="5587430" y="2482922"/>
            <a:ext cx="0" cy="413804"/>
          </a:xfrm>
          <a:prstGeom prst="straightConnector1">
            <a:avLst/>
          </a:prstGeom>
          <a:noFill/>
          <a:ln w="9525" cap="flat" cmpd="sng">
            <a:solidFill>
              <a:srgbClr val="0596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2" name="Google Shape;333;p8">
            <a:extLst>
              <a:ext uri="{FF2B5EF4-FFF2-40B4-BE49-F238E27FC236}">
                <a16:creationId xmlns:a16="http://schemas.microsoft.com/office/drawing/2014/main" id="{1CEBC819-79EF-3688-EE12-62FEA252E8F8}"/>
              </a:ext>
            </a:extLst>
          </p:cNvPr>
          <p:cNvSpPr txBox="1"/>
          <p:nvPr/>
        </p:nvSpPr>
        <p:spPr>
          <a:xfrm>
            <a:off x="5643883" y="2458491"/>
            <a:ext cx="12333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FUNCION 24/7</a:t>
            </a:r>
            <a:endParaRPr lang="es-CO" noProof="0" dirty="0"/>
          </a:p>
        </p:txBody>
      </p:sp>
      <p:pic>
        <p:nvPicPr>
          <p:cNvPr id="343" name="Google Shape;340;p8" title="Recurso 507.png">
            <a:extLst>
              <a:ext uri="{FF2B5EF4-FFF2-40B4-BE49-F238E27FC236}">
                <a16:creationId xmlns:a16="http://schemas.microsoft.com/office/drawing/2014/main" id="{A674FD04-1986-4CAA-383E-85742D93D7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7170" y="2482922"/>
            <a:ext cx="408940" cy="4138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2;p8">
            <a:extLst>
              <a:ext uri="{FF2B5EF4-FFF2-40B4-BE49-F238E27FC236}">
                <a16:creationId xmlns:a16="http://schemas.microsoft.com/office/drawing/2014/main" id="{4BC67156-1B7C-27A5-CD80-9F6B94F42540}"/>
              </a:ext>
            </a:extLst>
          </p:cNvPr>
          <p:cNvSpPr/>
          <p:nvPr/>
        </p:nvSpPr>
        <p:spPr>
          <a:xfrm flipH="1">
            <a:off x="4838899" y="3205672"/>
            <a:ext cx="4210704" cy="551391"/>
          </a:xfrm>
          <a:prstGeom prst="roundRect">
            <a:avLst>
              <a:gd name="adj" fmla="val 15897"/>
            </a:avLst>
          </a:prstGeom>
          <a:solidFill>
            <a:schemeClr val="lt1"/>
          </a:solidFill>
          <a:ln>
            <a:noFill/>
          </a:ln>
          <a:effectLst>
            <a:outerShdw blurRad="444500" sx="102000" sy="102000" algn="ctr" rotWithShape="0">
              <a:schemeClr val="dk1">
                <a:alpha val="14901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noProof="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" name="Google Shape;329;p8">
            <a:extLst>
              <a:ext uri="{FF2B5EF4-FFF2-40B4-BE49-F238E27FC236}">
                <a16:creationId xmlns:a16="http://schemas.microsoft.com/office/drawing/2014/main" id="{03920F2F-3280-4CFA-4A47-4472DC214A4E}"/>
              </a:ext>
            </a:extLst>
          </p:cNvPr>
          <p:cNvCxnSpPr>
            <a:cxnSpLocks/>
          </p:cNvCxnSpPr>
          <p:nvPr/>
        </p:nvCxnSpPr>
        <p:spPr>
          <a:xfrm>
            <a:off x="5587430" y="3274466"/>
            <a:ext cx="0" cy="413804"/>
          </a:xfrm>
          <a:prstGeom prst="straightConnector1">
            <a:avLst/>
          </a:prstGeom>
          <a:noFill/>
          <a:ln w="9525" cap="flat" cmpd="sng">
            <a:solidFill>
              <a:srgbClr val="0596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333;p8">
            <a:extLst>
              <a:ext uri="{FF2B5EF4-FFF2-40B4-BE49-F238E27FC236}">
                <a16:creationId xmlns:a16="http://schemas.microsoft.com/office/drawing/2014/main" id="{9BC0BC3A-F3FE-CF6C-4A53-6C801794A9B4}"/>
              </a:ext>
            </a:extLst>
          </p:cNvPr>
          <p:cNvSpPr txBox="1"/>
          <p:nvPr/>
        </p:nvSpPr>
        <p:spPr>
          <a:xfrm>
            <a:off x="5614215" y="3278318"/>
            <a:ext cx="12333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noProof="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DATOS MIXTOS</a:t>
            </a:r>
            <a:endParaRPr lang="es-CO" noProof="0" dirty="0"/>
          </a:p>
        </p:txBody>
      </p:sp>
      <p:pic>
        <p:nvPicPr>
          <p:cNvPr id="10" name="Google Shape;340;p8" title="Recurso 507.png">
            <a:extLst>
              <a:ext uri="{FF2B5EF4-FFF2-40B4-BE49-F238E27FC236}">
                <a16:creationId xmlns:a16="http://schemas.microsoft.com/office/drawing/2014/main" id="{22B06088-F5E2-060F-C910-2FC46E3046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7170" y="3274466"/>
            <a:ext cx="408940" cy="41380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3;p8">
            <a:extLst>
              <a:ext uri="{FF2B5EF4-FFF2-40B4-BE49-F238E27FC236}">
                <a16:creationId xmlns:a16="http://schemas.microsoft.com/office/drawing/2014/main" id="{695E868D-814A-ABCE-0CF8-A56CDD3DC8A7}"/>
              </a:ext>
            </a:extLst>
          </p:cNvPr>
          <p:cNvSpPr txBox="1"/>
          <p:nvPr/>
        </p:nvSpPr>
        <p:spPr>
          <a:xfrm>
            <a:off x="6714684" y="3273634"/>
            <a:ext cx="3910868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Documentos escaneados 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noProof="0" dirty="0" err="1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Pdfs</a:t>
            </a:r>
            <a:r>
              <a:rPr lang="es-CO" sz="1100" noProof="0" dirty="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 mixtos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6B5F480-6C4A-A087-0128-BFDF76407E44}"/>
              </a:ext>
            </a:extLst>
          </p:cNvPr>
          <p:cNvSpPr/>
          <p:nvPr/>
        </p:nvSpPr>
        <p:spPr>
          <a:xfrm>
            <a:off x="670043" y="157527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Rpa clásico vs RPA+ IA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D6F688F0-BF9A-A349-C85B-63B878C77B6E}"/>
              </a:ext>
            </a:extLst>
          </p:cNvPr>
          <p:cNvSpPr/>
          <p:nvPr/>
        </p:nvSpPr>
        <p:spPr>
          <a:xfrm flipV="1">
            <a:off x="720913" y="590760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2BEE736-FC13-1750-61AB-F84D725C7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391" y="664368"/>
            <a:ext cx="807720" cy="9398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6E9FAF7-82B0-78AD-2E9E-FEFAA9C66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3256" y="734283"/>
            <a:ext cx="757027" cy="87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2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77F6-9B69-C914-6E34-CEA7F186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4;p7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34BA7ADC-ED7B-F810-8D82-F8AC9D3C6D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4488"/>
          <a:stretch>
            <a:fillRect/>
          </a:stretch>
        </p:blipFill>
        <p:spPr>
          <a:xfrm>
            <a:off x="33053" y="0"/>
            <a:ext cx="85457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3863969-D805-49DA-352B-9F0C47509FBC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Resultados en el proceso (log)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2D27F6A5-36BA-6094-1CE2-4011905D7F24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6F7AED-55FB-811A-D522-08DBA6C8F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6" y="0"/>
            <a:ext cx="716237" cy="833358"/>
          </a:xfrm>
          <a:prstGeom prst="rect">
            <a:avLst/>
          </a:prstGeom>
        </p:spPr>
      </p:pic>
      <p:grpSp>
        <p:nvGrpSpPr>
          <p:cNvPr id="656" name="Grupo 655">
            <a:extLst>
              <a:ext uri="{FF2B5EF4-FFF2-40B4-BE49-F238E27FC236}">
                <a16:creationId xmlns:a16="http://schemas.microsoft.com/office/drawing/2014/main" id="{3CBDB01E-9579-4BCD-1091-A1C5D409D405}"/>
              </a:ext>
            </a:extLst>
          </p:cNvPr>
          <p:cNvGrpSpPr/>
          <p:nvPr/>
        </p:nvGrpSpPr>
        <p:grpSpPr>
          <a:xfrm>
            <a:off x="794071" y="980918"/>
            <a:ext cx="8065008" cy="3599688"/>
            <a:chOff x="794071" y="980918"/>
            <a:chExt cx="8065008" cy="3599688"/>
          </a:xfrm>
        </p:grpSpPr>
        <p:sp>
          <p:nvSpPr>
            <p:cNvPr id="332" name="Shape 2">
              <a:extLst>
                <a:ext uri="{FF2B5EF4-FFF2-40B4-BE49-F238E27FC236}">
                  <a16:creationId xmlns:a16="http://schemas.microsoft.com/office/drawing/2014/main" id="{B892D55D-A0FE-AD32-8C71-BB4BD8939513}"/>
                </a:ext>
              </a:extLst>
            </p:cNvPr>
            <p:cNvSpPr/>
            <p:nvPr/>
          </p:nvSpPr>
          <p:spPr>
            <a:xfrm>
              <a:off x="794071" y="980918"/>
              <a:ext cx="3981887" cy="31373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4" name="Text 3">
              <a:extLst>
                <a:ext uri="{FF2B5EF4-FFF2-40B4-BE49-F238E27FC236}">
                  <a16:creationId xmlns:a16="http://schemas.microsoft.com/office/drawing/2014/main" id="{F2F34D17-E5CD-F330-9C32-C3B4D5E1D199}"/>
                </a:ext>
              </a:extLst>
            </p:cNvPr>
            <p:cNvSpPr/>
            <p:nvPr/>
          </p:nvSpPr>
          <p:spPr>
            <a:xfrm>
              <a:off x="794071" y="980918"/>
              <a:ext cx="3981887" cy="3137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3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Pipeline OCR  (p01 – p04)</a:t>
              </a:r>
              <a:endParaRPr lang="es-CO" sz="13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6" name="Shape 4">
              <a:extLst>
                <a:ext uri="{FF2B5EF4-FFF2-40B4-BE49-F238E27FC236}">
                  <a16:creationId xmlns:a16="http://schemas.microsoft.com/office/drawing/2014/main" id="{5A5EF291-A305-9A8D-86AF-EF1F40DD08E0}"/>
                </a:ext>
              </a:extLst>
            </p:cNvPr>
            <p:cNvSpPr/>
            <p:nvPr/>
          </p:nvSpPr>
          <p:spPr>
            <a:xfrm>
              <a:off x="794071" y="1294652"/>
              <a:ext cx="1855964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8" name="Text 5">
              <a:extLst>
                <a:ext uri="{FF2B5EF4-FFF2-40B4-BE49-F238E27FC236}">
                  <a16:creationId xmlns:a16="http://schemas.microsoft.com/office/drawing/2014/main" id="{DBBCFA0C-9669-9715-7251-1A563A5E017F}"/>
                </a:ext>
              </a:extLst>
            </p:cNvPr>
            <p:cNvSpPr/>
            <p:nvPr/>
          </p:nvSpPr>
          <p:spPr>
            <a:xfrm>
              <a:off x="794071" y="1294652"/>
              <a:ext cx="1855964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Acción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0" name="Shape 6">
              <a:extLst>
                <a:ext uri="{FF2B5EF4-FFF2-40B4-BE49-F238E27FC236}">
                  <a16:creationId xmlns:a16="http://schemas.microsoft.com/office/drawing/2014/main" id="{5A0EC6A8-0E37-6089-6F75-C65644C575EF}"/>
                </a:ext>
              </a:extLst>
            </p:cNvPr>
            <p:cNvSpPr/>
            <p:nvPr/>
          </p:nvSpPr>
          <p:spPr>
            <a:xfrm>
              <a:off x="2650035" y="1294652"/>
              <a:ext cx="1012344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2" name="Text 7">
              <a:extLst>
                <a:ext uri="{FF2B5EF4-FFF2-40B4-BE49-F238E27FC236}">
                  <a16:creationId xmlns:a16="http://schemas.microsoft.com/office/drawing/2014/main" id="{4038C035-44F9-F9FF-0B61-556613E353F8}"/>
                </a:ext>
              </a:extLst>
            </p:cNvPr>
            <p:cNvSpPr/>
            <p:nvPr/>
          </p:nvSpPr>
          <p:spPr>
            <a:xfrm>
              <a:off x="2650035" y="1294652"/>
              <a:ext cx="1012344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Detalle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4" name="Shape 8">
              <a:extLst>
                <a:ext uri="{FF2B5EF4-FFF2-40B4-BE49-F238E27FC236}">
                  <a16:creationId xmlns:a16="http://schemas.microsoft.com/office/drawing/2014/main" id="{B4A71705-5EE9-BEDB-C3E3-6017D35CEDD2}"/>
                </a:ext>
              </a:extLst>
            </p:cNvPr>
            <p:cNvSpPr/>
            <p:nvPr/>
          </p:nvSpPr>
          <p:spPr>
            <a:xfrm>
              <a:off x="3662379" y="1294652"/>
              <a:ext cx="556789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6" name="Text 9">
              <a:extLst>
                <a:ext uri="{FF2B5EF4-FFF2-40B4-BE49-F238E27FC236}">
                  <a16:creationId xmlns:a16="http://schemas.microsoft.com/office/drawing/2014/main" id="{59575851-68F0-C308-5157-EE455469CC5B}"/>
                </a:ext>
              </a:extLst>
            </p:cNvPr>
            <p:cNvSpPr/>
            <p:nvPr/>
          </p:nvSpPr>
          <p:spPr>
            <a:xfrm>
              <a:off x="3662379" y="1294652"/>
              <a:ext cx="556789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Rango (s)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8" name="Shape 10">
              <a:extLst>
                <a:ext uri="{FF2B5EF4-FFF2-40B4-BE49-F238E27FC236}">
                  <a16:creationId xmlns:a16="http://schemas.microsoft.com/office/drawing/2014/main" id="{568D9F7A-F065-4D9E-DA6A-A84117374161}"/>
                </a:ext>
              </a:extLst>
            </p:cNvPr>
            <p:cNvSpPr/>
            <p:nvPr/>
          </p:nvSpPr>
          <p:spPr>
            <a:xfrm>
              <a:off x="4219169" y="1294652"/>
              <a:ext cx="556789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0" name="Text 11">
              <a:extLst>
                <a:ext uri="{FF2B5EF4-FFF2-40B4-BE49-F238E27FC236}">
                  <a16:creationId xmlns:a16="http://schemas.microsoft.com/office/drawing/2014/main" id="{519296F6-FB23-E9D0-432A-788ADE8A2B1A}"/>
                </a:ext>
              </a:extLst>
            </p:cNvPr>
            <p:cNvSpPr/>
            <p:nvPr/>
          </p:nvSpPr>
          <p:spPr>
            <a:xfrm>
              <a:off x="4219169" y="1294652"/>
              <a:ext cx="556789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Prom (s)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2" name="Shape 12">
              <a:extLst>
                <a:ext uri="{FF2B5EF4-FFF2-40B4-BE49-F238E27FC236}">
                  <a16:creationId xmlns:a16="http://schemas.microsoft.com/office/drawing/2014/main" id="{677C5781-98CB-A8A9-B5AD-1F9795C416C7}"/>
                </a:ext>
              </a:extLst>
            </p:cNvPr>
            <p:cNvSpPr/>
            <p:nvPr/>
          </p:nvSpPr>
          <p:spPr>
            <a:xfrm>
              <a:off x="794071" y="1525825"/>
              <a:ext cx="0" cy="280710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4" name="Shape 13">
              <a:extLst>
                <a:ext uri="{FF2B5EF4-FFF2-40B4-BE49-F238E27FC236}">
                  <a16:creationId xmlns:a16="http://schemas.microsoft.com/office/drawing/2014/main" id="{A96DE1E4-104C-CF17-A74B-7768C88A7592}"/>
                </a:ext>
              </a:extLst>
            </p:cNvPr>
            <p:cNvSpPr/>
            <p:nvPr/>
          </p:nvSpPr>
          <p:spPr>
            <a:xfrm>
              <a:off x="794071" y="1525825"/>
              <a:ext cx="1855964" cy="280710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6" name="Text 14">
              <a:extLst>
                <a:ext uri="{FF2B5EF4-FFF2-40B4-BE49-F238E27FC236}">
                  <a16:creationId xmlns:a16="http://schemas.microsoft.com/office/drawing/2014/main" id="{3F848E46-F4C8-BA2D-4C66-9DBD16124D9A}"/>
                </a:ext>
              </a:extLst>
            </p:cNvPr>
            <p:cNvSpPr/>
            <p:nvPr/>
          </p:nvSpPr>
          <p:spPr>
            <a:xfrm>
              <a:off x="836252" y="1525825"/>
              <a:ext cx="181378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800" b="1" noProof="0" dirty="0">
                  <a:solidFill>
                    <a:srgbClr val="0369A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p01 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Listar </a:t>
              </a: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PDFs</a:t>
              </a:r>
              <a:endParaRPr lang="es-CO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8" name="Shape 15">
              <a:extLst>
                <a:ext uri="{FF2B5EF4-FFF2-40B4-BE49-F238E27FC236}">
                  <a16:creationId xmlns:a16="http://schemas.microsoft.com/office/drawing/2014/main" id="{F2365534-2FD0-B28C-BEF0-C4D33DBF1129}"/>
                </a:ext>
              </a:extLst>
            </p:cNvPr>
            <p:cNvSpPr/>
            <p:nvPr/>
          </p:nvSpPr>
          <p:spPr>
            <a:xfrm>
              <a:off x="2650035" y="1525825"/>
              <a:ext cx="1012344" cy="280710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0" name="Text 16">
              <a:extLst>
                <a:ext uri="{FF2B5EF4-FFF2-40B4-BE49-F238E27FC236}">
                  <a16:creationId xmlns:a16="http://schemas.microsoft.com/office/drawing/2014/main" id="{A5DFDC0A-1DFF-32B5-AD90-9EC428EB6582}"/>
                </a:ext>
              </a:extLst>
            </p:cNvPr>
            <p:cNvSpPr/>
            <p:nvPr/>
          </p:nvSpPr>
          <p:spPr>
            <a:xfrm>
              <a:off x="2650035" y="1525825"/>
              <a:ext cx="1012344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os.listdir</a:t>
              </a: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()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2" name="Shape 17">
              <a:extLst>
                <a:ext uri="{FF2B5EF4-FFF2-40B4-BE49-F238E27FC236}">
                  <a16:creationId xmlns:a16="http://schemas.microsoft.com/office/drawing/2014/main" id="{0CDE8B30-0E70-F6F6-CC27-2D483A904137}"/>
                </a:ext>
              </a:extLst>
            </p:cNvPr>
            <p:cNvSpPr/>
            <p:nvPr/>
          </p:nvSpPr>
          <p:spPr>
            <a:xfrm>
              <a:off x="3662379" y="1525825"/>
              <a:ext cx="556789" cy="280710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4" name="Text 18">
              <a:extLst>
                <a:ext uri="{FF2B5EF4-FFF2-40B4-BE49-F238E27FC236}">
                  <a16:creationId xmlns:a16="http://schemas.microsoft.com/office/drawing/2014/main" id="{068D3859-2305-8FC8-8399-121A488DF841}"/>
                </a:ext>
              </a:extLst>
            </p:cNvPr>
            <p:cNvSpPr/>
            <p:nvPr/>
          </p:nvSpPr>
          <p:spPr>
            <a:xfrm>
              <a:off x="3662379" y="1525825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0.3–0.8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6" name="Shape 19">
              <a:extLst>
                <a:ext uri="{FF2B5EF4-FFF2-40B4-BE49-F238E27FC236}">
                  <a16:creationId xmlns:a16="http://schemas.microsoft.com/office/drawing/2014/main" id="{C7646FAB-E900-E768-F930-91DE965FA225}"/>
                </a:ext>
              </a:extLst>
            </p:cNvPr>
            <p:cNvSpPr/>
            <p:nvPr/>
          </p:nvSpPr>
          <p:spPr>
            <a:xfrm>
              <a:off x="4219169" y="1525825"/>
              <a:ext cx="556789" cy="280710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8" name="Text 20">
              <a:extLst>
                <a:ext uri="{FF2B5EF4-FFF2-40B4-BE49-F238E27FC236}">
                  <a16:creationId xmlns:a16="http://schemas.microsoft.com/office/drawing/2014/main" id="{FE078A1D-C9F1-F7A3-5159-BF8691E8183C}"/>
                </a:ext>
              </a:extLst>
            </p:cNvPr>
            <p:cNvSpPr/>
            <p:nvPr/>
          </p:nvSpPr>
          <p:spPr>
            <a:xfrm>
              <a:off x="4219169" y="1525825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0.6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0" name="Shape 21">
              <a:extLst>
                <a:ext uri="{FF2B5EF4-FFF2-40B4-BE49-F238E27FC236}">
                  <a16:creationId xmlns:a16="http://schemas.microsoft.com/office/drawing/2014/main" id="{FEA24A8E-47A9-7DB2-F4AE-A62855BC2E3A}"/>
                </a:ext>
              </a:extLst>
            </p:cNvPr>
            <p:cNvSpPr/>
            <p:nvPr/>
          </p:nvSpPr>
          <p:spPr>
            <a:xfrm>
              <a:off x="794071" y="1806535"/>
              <a:ext cx="0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2" name="Shape 22">
              <a:extLst>
                <a:ext uri="{FF2B5EF4-FFF2-40B4-BE49-F238E27FC236}">
                  <a16:creationId xmlns:a16="http://schemas.microsoft.com/office/drawing/2014/main" id="{05022BAB-6523-9C81-A5E8-AC1A847B646E}"/>
                </a:ext>
              </a:extLst>
            </p:cNvPr>
            <p:cNvSpPr/>
            <p:nvPr/>
          </p:nvSpPr>
          <p:spPr>
            <a:xfrm>
              <a:off x="794071" y="1806535"/>
              <a:ext cx="1855964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4" name="Text 23">
              <a:extLst>
                <a:ext uri="{FF2B5EF4-FFF2-40B4-BE49-F238E27FC236}">
                  <a16:creationId xmlns:a16="http://schemas.microsoft.com/office/drawing/2014/main" id="{3D47BE6E-F0BD-1EE2-8342-ED57C3DD1E7B}"/>
                </a:ext>
              </a:extLst>
            </p:cNvPr>
            <p:cNvSpPr/>
            <p:nvPr/>
          </p:nvSpPr>
          <p:spPr>
            <a:xfrm>
              <a:off x="836252" y="1806535"/>
              <a:ext cx="181378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8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p02 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PDF → PNG</a:t>
              </a:r>
              <a:endParaRPr lang="es-CO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6" name="Shape 24">
              <a:extLst>
                <a:ext uri="{FF2B5EF4-FFF2-40B4-BE49-F238E27FC236}">
                  <a16:creationId xmlns:a16="http://schemas.microsoft.com/office/drawing/2014/main" id="{A6059D4B-660D-99A5-B63D-9B8089B2A5A7}"/>
                </a:ext>
              </a:extLst>
            </p:cNvPr>
            <p:cNvSpPr/>
            <p:nvPr/>
          </p:nvSpPr>
          <p:spPr>
            <a:xfrm>
              <a:off x="2650035" y="1806535"/>
              <a:ext cx="1012344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8" name="Text 25">
              <a:extLst>
                <a:ext uri="{FF2B5EF4-FFF2-40B4-BE49-F238E27FC236}">
                  <a16:creationId xmlns:a16="http://schemas.microsoft.com/office/drawing/2014/main" id="{693C4AB6-9A2A-F855-4B91-DEB2B14B07C0}"/>
                </a:ext>
              </a:extLst>
            </p:cNvPr>
            <p:cNvSpPr/>
            <p:nvPr/>
          </p:nvSpPr>
          <p:spPr>
            <a:xfrm>
              <a:off x="2650035" y="1806535"/>
              <a:ext cx="1012344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PyMuPDF</a:t>
              </a: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zoom 3×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0" name="Shape 26">
              <a:extLst>
                <a:ext uri="{FF2B5EF4-FFF2-40B4-BE49-F238E27FC236}">
                  <a16:creationId xmlns:a16="http://schemas.microsoft.com/office/drawing/2014/main" id="{D840F8A6-D85F-4C34-1A85-9D87F7026C2F}"/>
                </a:ext>
              </a:extLst>
            </p:cNvPr>
            <p:cNvSpPr/>
            <p:nvPr/>
          </p:nvSpPr>
          <p:spPr>
            <a:xfrm>
              <a:off x="3662379" y="1806535"/>
              <a:ext cx="556789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2" name="Text 27">
              <a:extLst>
                <a:ext uri="{FF2B5EF4-FFF2-40B4-BE49-F238E27FC236}">
                  <a16:creationId xmlns:a16="http://schemas.microsoft.com/office/drawing/2014/main" id="{ED483C4F-65BB-7BD0-6D0F-7FE03EA81F93}"/>
                </a:ext>
              </a:extLst>
            </p:cNvPr>
            <p:cNvSpPr/>
            <p:nvPr/>
          </p:nvSpPr>
          <p:spPr>
            <a:xfrm>
              <a:off x="3662379" y="1806535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0.5–1.5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4" name="Shape 28">
              <a:extLst>
                <a:ext uri="{FF2B5EF4-FFF2-40B4-BE49-F238E27FC236}">
                  <a16:creationId xmlns:a16="http://schemas.microsoft.com/office/drawing/2014/main" id="{AA136ACE-C64D-E839-0B20-8B00E714AFAA}"/>
                </a:ext>
              </a:extLst>
            </p:cNvPr>
            <p:cNvSpPr/>
            <p:nvPr/>
          </p:nvSpPr>
          <p:spPr>
            <a:xfrm>
              <a:off x="4219169" y="1806535"/>
              <a:ext cx="556789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6" name="Text 29">
              <a:extLst>
                <a:ext uri="{FF2B5EF4-FFF2-40B4-BE49-F238E27FC236}">
                  <a16:creationId xmlns:a16="http://schemas.microsoft.com/office/drawing/2014/main" id="{D1B74625-C194-A42E-2CDB-514273A168DB}"/>
                </a:ext>
              </a:extLst>
            </p:cNvPr>
            <p:cNvSpPr/>
            <p:nvPr/>
          </p:nvSpPr>
          <p:spPr>
            <a:xfrm>
              <a:off x="4219169" y="1806535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1.0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8" name="Shape 30">
              <a:extLst>
                <a:ext uri="{FF2B5EF4-FFF2-40B4-BE49-F238E27FC236}">
                  <a16:creationId xmlns:a16="http://schemas.microsoft.com/office/drawing/2014/main" id="{C027F9F1-9A6D-6C5A-7D9C-8EC7073D7E30}"/>
                </a:ext>
              </a:extLst>
            </p:cNvPr>
            <p:cNvSpPr/>
            <p:nvPr/>
          </p:nvSpPr>
          <p:spPr>
            <a:xfrm>
              <a:off x="794071" y="2087244"/>
              <a:ext cx="0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0" name="Shape 31">
              <a:extLst>
                <a:ext uri="{FF2B5EF4-FFF2-40B4-BE49-F238E27FC236}">
                  <a16:creationId xmlns:a16="http://schemas.microsoft.com/office/drawing/2014/main" id="{504DA4F1-068C-44C1-07FC-5BD0A4A9DDA0}"/>
                </a:ext>
              </a:extLst>
            </p:cNvPr>
            <p:cNvSpPr/>
            <p:nvPr/>
          </p:nvSpPr>
          <p:spPr>
            <a:xfrm>
              <a:off x="794071" y="2087244"/>
              <a:ext cx="1855964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2" name="Text 32">
              <a:extLst>
                <a:ext uri="{FF2B5EF4-FFF2-40B4-BE49-F238E27FC236}">
                  <a16:creationId xmlns:a16="http://schemas.microsoft.com/office/drawing/2014/main" id="{A6C6008E-8EDA-AF5B-89D0-AE27CD7839B4}"/>
                </a:ext>
              </a:extLst>
            </p:cNvPr>
            <p:cNvSpPr/>
            <p:nvPr/>
          </p:nvSpPr>
          <p:spPr>
            <a:xfrm>
              <a:off x="836252" y="2087244"/>
              <a:ext cx="181378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8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p02 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GPT-4o Vision</a:t>
              </a:r>
              <a:endParaRPr lang="es-CO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4" name="Shape 33">
              <a:extLst>
                <a:ext uri="{FF2B5EF4-FFF2-40B4-BE49-F238E27FC236}">
                  <a16:creationId xmlns:a16="http://schemas.microsoft.com/office/drawing/2014/main" id="{65344764-82B2-02EF-4367-E577A41BD12D}"/>
                </a:ext>
              </a:extLst>
            </p:cNvPr>
            <p:cNvSpPr/>
            <p:nvPr/>
          </p:nvSpPr>
          <p:spPr>
            <a:xfrm>
              <a:off x="2650035" y="2087244"/>
              <a:ext cx="1012344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6" name="Text 34">
              <a:extLst>
                <a:ext uri="{FF2B5EF4-FFF2-40B4-BE49-F238E27FC236}">
                  <a16:creationId xmlns:a16="http://schemas.microsoft.com/office/drawing/2014/main" id="{7F828CFC-48A6-E79E-3CF0-7379B9736EA3}"/>
                </a:ext>
              </a:extLst>
            </p:cNvPr>
            <p:cNvSpPr/>
            <p:nvPr/>
          </p:nvSpPr>
          <p:spPr>
            <a:xfrm>
              <a:off x="2650035" y="2087244"/>
              <a:ext cx="1012344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API </a:t>
              </a: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OpenAI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8" name="Shape 35">
              <a:extLst>
                <a:ext uri="{FF2B5EF4-FFF2-40B4-BE49-F238E27FC236}">
                  <a16:creationId xmlns:a16="http://schemas.microsoft.com/office/drawing/2014/main" id="{D39730A5-FFAE-DF30-558F-C29BBAF02EFF}"/>
                </a:ext>
              </a:extLst>
            </p:cNvPr>
            <p:cNvSpPr/>
            <p:nvPr/>
          </p:nvSpPr>
          <p:spPr>
            <a:xfrm>
              <a:off x="3662379" y="2087244"/>
              <a:ext cx="556789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0" name="Text 36">
              <a:extLst>
                <a:ext uri="{FF2B5EF4-FFF2-40B4-BE49-F238E27FC236}">
                  <a16:creationId xmlns:a16="http://schemas.microsoft.com/office/drawing/2014/main" id="{1BAD18B5-FBF3-53A5-5F56-729058FDF183}"/>
                </a:ext>
              </a:extLst>
            </p:cNvPr>
            <p:cNvSpPr/>
            <p:nvPr/>
          </p:nvSpPr>
          <p:spPr>
            <a:xfrm>
              <a:off x="3662379" y="2087244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3.0–7.0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2" name="Shape 37">
              <a:extLst>
                <a:ext uri="{FF2B5EF4-FFF2-40B4-BE49-F238E27FC236}">
                  <a16:creationId xmlns:a16="http://schemas.microsoft.com/office/drawing/2014/main" id="{CC239A88-4E6B-B4DE-2420-2C89100203F3}"/>
                </a:ext>
              </a:extLst>
            </p:cNvPr>
            <p:cNvSpPr/>
            <p:nvPr/>
          </p:nvSpPr>
          <p:spPr>
            <a:xfrm>
              <a:off x="4219169" y="2087244"/>
              <a:ext cx="556789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4" name="Text 38">
              <a:extLst>
                <a:ext uri="{FF2B5EF4-FFF2-40B4-BE49-F238E27FC236}">
                  <a16:creationId xmlns:a16="http://schemas.microsoft.com/office/drawing/2014/main" id="{05D07F98-BE62-BDA7-1CA4-3D5002948D26}"/>
                </a:ext>
              </a:extLst>
            </p:cNvPr>
            <p:cNvSpPr/>
            <p:nvPr/>
          </p:nvSpPr>
          <p:spPr>
            <a:xfrm>
              <a:off x="4219169" y="2087244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5.0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6" name="Shape 39">
              <a:extLst>
                <a:ext uri="{FF2B5EF4-FFF2-40B4-BE49-F238E27FC236}">
                  <a16:creationId xmlns:a16="http://schemas.microsoft.com/office/drawing/2014/main" id="{3EE10584-0122-A7B0-7EB4-D08CA951E54E}"/>
                </a:ext>
              </a:extLst>
            </p:cNvPr>
            <p:cNvSpPr/>
            <p:nvPr/>
          </p:nvSpPr>
          <p:spPr>
            <a:xfrm>
              <a:off x="794071" y="2367954"/>
              <a:ext cx="0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8" name="Shape 40">
              <a:extLst>
                <a:ext uri="{FF2B5EF4-FFF2-40B4-BE49-F238E27FC236}">
                  <a16:creationId xmlns:a16="http://schemas.microsoft.com/office/drawing/2014/main" id="{303FAC8C-0A31-AE9B-1B54-B4ED89BFF3F7}"/>
                </a:ext>
              </a:extLst>
            </p:cNvPr>
            <p:cNvSpPr/>
            <p:nvPr/>
          </p:nvSpPr>
          <p:spPr>
            <a:xfrm>
              <a:off x="794071" y="2367954"/>
              <a:ext cx="1855964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0" name="Text 41">
              <a:extLst>
                <a:ext uri="{FF2B5EF4-FFF2-40B4-BE49-F238E27FC236}">
                  <a16:creationId xmlns:a16="http://schemas.microsoft.com/office/drawing/2014/main" id="{9E399912-D515-FFB2-C9DB-A82D6BF0B6F1}"/>
                </a:ext>
              </a:extLst>
            </p:cNvPr>
            <p:cNvSpPr/>
            <p:nvPr/>
          </p:nvSpPr>
          <p:spPr>
            <a:xfrm>
              <a:off x="836252" y="2367954"/>
              <a:ext cx="181378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8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p02 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Validar JSON+AUT</a:t>
              </a:r>
              <a:endParaRPr lang="es-CO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2" name="Shape 42">
              <a:extLst>
                <a:ext uri="{FF2B5EF4-FFF2-40B4-BE49-F238E27FC236}">
                  <a16:creationId xmlns:a16="http://schemas.microsoft.com/office/drawing/2014/main" id="{9A42F414-7888-D62A-61DB-873EB630A0B0}"/>
                </a:ext>
              </a:extLst>
            </p:cNvPr>
            <p:cNvSpPr/>
            <p:nvPr/>
          </p:nvSpPr>
          <p:spPr>
            <a:xfrm>
              <a:off x="2650035" y="2367954"/>
              <a:ext cx="1012344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4" name="Text 43">
              <a:extLst>
                <a:ext uri="{FF2B5EF4-FFF2-40B4-BE49-F238E27FC236}">
                  <a16:creationId xmlns:a16="http://schemas.microsoft.com/office/drawing/2014/main" id="{84EB84C9-740F-2A2E-CCD0-0A28382D5634}"/>
                </a:ext>
              </a:extLst>
            </p:cNvPr>
            <p:cNvSpPr/>
            <p:nvPr/>
          </p:nvSpPr>
          <p:spPr>
            <a:xfrm>
              <a:off x="2650035" y="2367954"/>
              <a:ext cx="1012344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regex</a:t>
              </a: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+ </a:t>
              </a: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parse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6" name="Shape 44">
              <a:extLst>
                <a:ext uri="{FF2B5EF4-FFF2-40B4-BE49-F238E27FC236}">
                  <a16:creationId xmlns:a16="http://schemas.microsoft.com/office/drawing/2014/main" id="{E846F931-E3E4-6182-3C50-9744FACC07A6}"/>
                </a:ext>
              </a:extLst>
            </p:cNvPr>
            <p:cNvSpPr/>
            <p:nvPr/>
          </p:nvSpPr>
          <p:spPr>
            <a:xfrm>
              <a:off x="3662379" y="2367954"/>
              <a:ext cx="556789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8" name="Text 45">
              <a:extLst>
                <a:ext uri="{FF2B5EF4-FFF2-40B4-BE49-F238E27FC236}">
                  <a16:creationId xmlns:a16="http://schemas.microsoft.com/office/drawing/2014/main" id="{56E8BF64-45CF-4E8B-868C-242F9E66E72F}"/>
                </a:ext>
              </a:extLst>
            </p:cNvPr>
            <p:cNvSpPr/>
            <p:nvPr/>
          </p:nvSpPr>
          <p:spPr>
            <a:xfrm>
              <a:off x="3662379" y="2367954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0.1–0.3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0" name="Shape 46">
              <a:extLst>
                <a:ext uri="{FF2B5EF4-FFF2-40B4-BE49-F238E27FC236}">
                  <a16:creationId xmlns:a16="http://schemas.microsoft.com/office/drawing/2014/main" id="{4C4858DE-8DFB-AABC-C670-DC291A1FFB98}"/>
                </a:ext>
              </a:extLst>
            </p:cNvPr>
            <p:cNvSpPr/>
            <p:nvPr/>
          </p:nvSpPr>
          <p:spPr>
            <a:xfrm>
              <a:off x="4219169" y="2367954"/>
              <a:ext cx="556789" cy="28071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2" name="Text 47">
              <a:extLst>
                <a:ext uri="{FF2B5EF4-FFF2-40B4-BE49-F238E27FC236}">
                  <a16:creationId xmlns:a16="http://schemas.microsoft.com/office/drawing/2014/main" id="{5905F7A6-F92B-1769-1EFE-C64C7772A9E7}"/>
                </a:ext>
              </a:extLst>
            </p:cNvPr>
            <p:cNvSpPr/>
            <p:nvPr/>
          </p:nvSpPr>
          <p:spPr>
            <a:xfrm>
              <a:off x="4219169" y="2367954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0.2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4" name="Shape 48">
              <a:extLst>
                <a:ext uri="{FF2B5EF4-FFF2-40B4-BE49-F238E27FC236}">
                  <a16:creationId xmlns:a16="http://schemas.microsoft.com/office/drawing/2014/main" id="{5DD6FCA9-D579-E516-350A-27F2BDDC2D86}"/>
                </a:ext>
              </a:extLst>
            </p:cNvPr>
            <p:cNvSpPr/>
            <p:nvPr/>
          </p:nvSpPr>
          <p:spPr>
            <a:xfrm>
              <a:off x="794071" y="2648663"/>
              <a:ext cx="0" cy="280710"/>
            </a:xfrm>
            <a:prstGeom prst="rect">
              <a:avLst/>
            </a:prstGeom>
            <a:solidFill>
              <a:srgbClr val="FAF5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6" name="Shape 49">
              <a:extLst>
                <a:ext uri="{FF2B5EF4-FFF2-40B4-BE49-F238E27FC236}">
                  <a16:creationId xmlns:a16="http://schemas.microsoft.com/office/drawing/2014/main" id="{78DCEC4C-97BB-2932-B083-7D0E29C4A418}"/>
                </a:ext>
              </a:extLst>
            </p:cNvPr>
            <p:cNvSpPr/>
            <p:nvPr/>
          </p:nvSpPr>
          <p:spPr>
            <a:xfrm>
              <a:off x="794071" y="2648663"/>
              <a:ext cx="1855964" cy="280710"/>
            </a:xfrm>
            <a:prstGeom prst="rect">
              <a:avLst/>
            </a:prstGeom>
            <a:solidFill>
              <a:srgbClr val="FAF5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8" name="Text 50">
              <a:extLst>
                <a:ext uri="{FF2B5EF4-FFF2-40B4-BE49-F238E27FC236}">
                  <a16:creationId xmlns:a16="http://schemas.microsoft.com/office/drawing/2014/main" id="{9A30FCAE-802F-9C34-2298-1523A4EB33B3}"/>
                </a:ext>
              </a:extLst>
            </p:cNvPr>
            <p:cNvSpPr/>
            <p:nvPr/>
          </p:nvSpPr>
          <p:spPr>
            <a:xfrm>
              <a:off x="836252" y="2648663"/>
              <a:ext cx="181378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800" b="1" noProof="0" dirty="0">
                  <a:solidFill>
                    <a:srgbClr val="7C3AED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p03 </a:t>
              </a: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Dedup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+ Excel</a:t>
              </a:r>
              <a:endParaRPr lang="es-CO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0" name="Shape 51">
              <a:extLst>
                <a:ext uri="{FF2B5EF4-FFF2-40B4-BE49-F238E27FC236}">
                  <a16:creationId xmlns:a16="http://schemas.microsoft.com/office/drawing/2014/main" id="{99208162-91E6-0AAE-6604-5C4116CC54DF}"/>
                </a:ext>
              </a:extLst>
            </p:cNvPr>
            <p:cNvSpPr/>
            <p:nvPr/>
          </p:nvSpPr>
          <p:spPr>
            <a:xfrm>
              <a:off x="2650035" y="2648663"/>
              <a:ext cx="1012344" cy="280710"/>
            </a:xfrm>
            <a:prstGeom prst="rect">
              <a:avLst/>
            </a:prstGeom>
            <a:solidFill>
              <a:srgbClr val="FAF5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2" name="Text 52">
              <a:extLst>
                <a:ext uri="{FF2B5EF4-FFF2-40B4-BE49-F238E27FC236}">
                  <a16:creationId xmlns:a16="http://schemas.microsoft.com/office/drawing/2014/main" id="{65FF2B81-9457-CA8C-C76A-457E1C094958}"/>
                </a:ext>
              </a:extLst>
            </p:cNvPr>
            <p:cNvSpPr/>
            <p:nvPr/>
          </p:nvSpPr>
          <p:spPr>
            <a:xfrm>
              <a:off x="2650035" y="2648663"/>
              <a:ext cx="1012344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openpyxl</a:t>
              </a: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</a:t>
              </a: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save</a:t>
              </a: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()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4" name="Shape 53">
              <a:extLst>
                <a:ext uri="{FF2B5EF4-FFF2-40B4-BE49-F238E27FC236}">
                  <a16:creationId xmlns:a16="http://schemas.microsoft.com/office/drawing/2014/main" id="{6A69FBA9-C115-3CA5-D1C6-CAA6328B31A8}"/>
                </a:ext>
              </a:extLst>
            </p:cNvPr>
            <p:cNvSpPr/>
            <p:nvPr/>
          </p:nvSpPr>
          <p:spPr>
            <a:xfrm>
              <a:off x="3662379" y="2648663"/>
              <a:ext cx="556789" cy="280710"/>
            </a:xfrm>
            <a:prstGeom prst="rect">
              <a:avLst/>
            </a:prstGeom>
            <a:solidFill>
              <a:srgbClr val="FAF5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6" name="Text 54">
              <a:extLst>
                <a:ext uri="{FF2B5EF4-FFF2-40B4-BE49-F238E27FC236}">
                  <a16:creationId xmlns:a16="http://schemas.microsoft.com/office/drawing/2014/main" id="{91CFBDA4-F0F0-B739-3352-30BBCB4F8F15}"/>
                </a:ext>
              </a:extLst>
            </p:cNvPr>
            <p:cNvSpPr/>
            <p:nvPr/>
          </p:nvSpPr>
          <p:spPr>
            <a:xfrm>
              <a:off x="3662379" y="2648663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0.4–1.0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8" name="Shape 55">
              <a:extLst>
                <a:ext uri="{FF2B5EF4-FFF2-40B4-BE49-F238E27FC236}">
                  <a16:creationId xmlns:a16="http://schemas.microsoft.com/office/drawing/2014/main" id="{308F3E86-C4D0-91D3-75B4-C73B058F9D1B}"/>
                </a:ext>
              </a:extLst>
            </p:cNvPr>
            <p:cNvSpPr/>
            <p:nvPr/>
          </p:nvSpPr>
          <p:spPr>
            <a:xfrm>
              <a:off x="4219169" y="2648663"/>
              <a:ext cx="556789" cy="280710"/>
            </a:xfrm>
            <a:prstGeom prst="rect">
              <a:avLst/>
            </a:prstGeom>
            <a:solidFill>
              <a:srgbClr val="FAF5FF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0" name="Text 56">
              <a:extLst>
                <a:ext uri="{FF2B5EF4-FFF2-40B4-BE49-F238E27FC236}">
                  <a16:creationId xmlns:a16="http://schemas.microsoft.com/office/drawing/2014/main" id="{23D5BE22-3463-3FCD-0A79-A67579EE9817}"/>
                </a:ext>
              </a:extLst>
            </p:cNvPr>
            <p:cNvSpPr/>
            <p:nvPr/>
          </p:nvSpPr>
          <p:spPr>
            <a:xfrm>
              <a:off x="4219169" y="2648663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0.7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2" name="Shape 57">
              <a:extLst>
                <a:ext uri="{FF2B5EF4-FFF2-40B4-BE49-F238E27FC236}">
                  <a16:creationId xmlns:a16="http://schemas.microsoft.com/office/drawing/2014/main" id="{DE63382C-9FE6-5AD1-F8E0-AD074423E58D}"/>
                </a:ext>
              </a:extLst>
            </p:cNvPr>
            <p:cNvSpPr/>
            <p:nvPr/>
          </p:nvSpPr>
          <p:spPr>
            <a:xfrm>
              <a:off x="794071" y="2929373"/>
              <a:ext cx="0" cy="280710"/>
            </a:xfrm>
            <a:prstGeom prst="rect">
              <a:avLst/>
            </a:prstGeom>
            <a:solidFill>
              <a:srgbClr val="FFF7ED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4" name="Shape 58">
              <a:extLst>
                <a:ext uri="{FF2B5EF4-FFF2-40B4-BE49-F238E27FC236}">
                  <a16:creationId xmlns:a16="http://schemas.microsoft.com/office/drawing/2014/main" id="{87EC2A69-E157-805F-629F-F4C65E61ABD9}"/>
                </a:ext>
              </a:extLst>
            </p:cNvPr>
            <p:cNvSpPr/>
            <p:nvPr/>
          </p:nvSpPr>
          <p:spPr>
            <a:xfrm>
              <a:off x="794071" y="2929373"/>
              <a:ext cx="1855964" cy="280710"/>
            </a:xfrm>
            <a:prstGeom prst="rect">
              <a:avLst/>
            </a:prstGeom>
            <a:solidFill>
              <a:srgbClr val="FFF7ED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6" name="Text 59">
              <a:extLst>
                <a:ext uri="{FF2B5EF4-FFF2-40B4-BE49-F238E27FC236}">
                  <a16:creationId xmlns:a16="http://schemas.microsoft.com/office/drawing/2014/main" id="{0A7B58D2-52E5-F962-9861-ADF0F4261B4A}"/>
                </a:ext>
              </a:extLst>
            </p:cNvPr>
            <p:cNvSpPr/>
            <p:nvPr/>
          </p:nvSpPr>
          <p:spPr>
            <a:xfrm>
              <a:off x="836252" y="2929373"/>
              <a:ext cx="181378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800" b="1" noProof="0" dirty="0">
                  <a:solidFill>
                    <a:srgbClr val="D97706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p04 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Mover PDF</a:t>
              </a:r>
              <a:endParaRPr lang="es-CO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8" name="Shape 60">
              <a:extLst>
                <a:ext uri="{FF2B5EF4-FFF2-40B4-BE49-F238E27FC236}">
                  <a16:creationId xmlns:a16="http://schemas.microsoft.com/office/drawing/2014/main" id="{C5ED9D33-5497-6161-1D92-51B5FEB103E4}"/>
                </a:ext>
              </a:extLst>
            </p:cNvPr>
            <p:cNvSpPr/>
            <p:nvPr/>
          </p:nvSpPr>
          <p:spPr>
            <a:xfrm>
              <a:off x="2650035" y="2929373"/>
              <a:ext cx="1012344" cy="280710"/>
            </a:xfrm>
            <a:prstGeom prst="rect">
              <a:avLst/>
            </a:prstGeom>
            <a:solidFill>
              <a:srgbClr val="FFF7ED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0" name="Text 61">
              <a:extLst>
                <a:ext uri="{FF2B5EF4-FFF2-40B4-BE49-F238E27FC236}">
                  <a16:creationId xmlns:a16="http://schemas.microsoft.com/office/drawing/2014/main" id="{3232A048-53B5-C0EF-6A2D-949BCCBBD29B}"/>
                </a:ext>
              </a:extLst>
            </p:cNvPr>
            <p:cNvSpPr/>
            <p:nvPr/>
          </p:nvSpPr>
          <p:spPr>
            <a:xfrm>
              <a:off x="2650035" y="2929373"/>
              <a:ext cx="1012344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shutil.move</a:t>
              </a:r>
              <a:r>
                <a:rPr lang="es-CO" sz="900" i="1" noProof="0" dirty="0">
                  <a:solidFill>
                    <a:srgbClr val="64748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()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2" name="Shape 62">
              <a:extLst>
                <a:ext uri="{FF2B5EF4-FFF2-40B4-BE49-F238E27FC236}">
                  <a16:creationId xmlns:a16="http://schemas.microsoft.com/office/drawing/2014/main" id="{AA7006B7-E9CA-43DE-1409-0D5FF3C153EB}"/>
                </a:ext>
              </a:extLst>
            </p:cNvPr>
            <p:cNvSpPr/>
            <p:nvPr/>
          </p:nvSpPr>
          <p:spPr>
            <a:xfrm>
              <a:off x="3662379" y="2929373"/>
              <a:ext cx="556789" cy="280710"/>
            </a:xfrm>
            <a:prstGeom prst="rect">
              <a:avLst/>
            </a:prstGeom>
            <a:solidFill>
              <a:srgbClr val="FFF7ED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4" name="Text 63">
              <a:extLst>
                <a:ext uri="{FF2B5EF4-FFF2-40B4-BE49-F238E27FC236}">
                  <a16:creationId xmlns:a16="http://schemas.microsoft.com/office/drawing/2014/main" id="{85AC024E-734F-5A14-2637-04C6989F940F}"/>
                </a:ext>
              </a:extLst>
            </p:cNvPr>
            <p:cNvSpPr/>
            <p:nvPr/>
          </p:nvSpPr>
          <p:spPr>
            <a:xfrm>
              <a:off x="3662379" y="2929373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0.1–0.4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6" name="Shape 64">
              <a:extLst>
                <a:ext uri="{FF2B5EF4-FFF2-40B4-BE49-F238E27FC236}">
                  <a16:creationId xmlns:a16="http://schemas.microsoft.com/office/drawing/2014/main" id="{0BF122F7-3AB0-66D5-0DEA-061809D64454}"/>
                </a:ext>
              </a:extLst>
            </p:cNvPr>
            <p:cNvSpPr/>
            <p:nvPr/>
          </p:nvSpPr>
          <p:spPr>
            <a:xfrm>
              <a:off x="4219169" y="2929373"/>
              <a:ext cx="556789" cy="280710"/>
            </a:xfrm>
            <a:prstGeom prst="rect">
              <a:avLst/>
            </a:prstGeom>
            <a:solidFill>
              <a:srgbClr val="FFF7ED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8" name="Text 65">
              <a:extLst>
                <a:ext uri="{FF2B5EF4-FFF2-40B4-BE49-F238E27FC236}">
                  <a16:creationId xmlns:a16="http://schemas.microsoft.com/office/drawing/2014/main" id="{95B99BFB-29F7-A55D-A100-D732013028A4}"/>
                </a:ext>
              </a:extLst>
            </p:cNvPr>
            <p:cNvSpPr/>
            <p:nvPr/>
          </p:nvSpPr>
          <p:spPr>
            <a:xfrm>
              <a:off x="4219169" y="2929373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0.3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0" name="Shape 66">
              <a:extLst>
                <a:ext uri="{FF2B5EF4-FFF2-40B4-BE49-F238E27FC236}">
                  <a16:creationId xmlns:a16="http://schemas.microsoft.com/office/drawing/2014/main" id="{B5DEB53A-5D72-B04F-9DF3-0D30B418669C}"/>
                </a:ext>
              </a:extLst>
            </p:cNvPr>
            <p:cNvSpPr/>
            <p:nvPr/>
          </p:nvSpPr>
          <p:spPr>
            <a:xfrm>
              <a:off x="794071" y="3210083"/>
              <a:ext cx="3425098" cy="280710"/>
            </a:xfrm>
            <a:prstGeom prst="rect">
              <a:avLst/>
            </a:prstGeom>
            <a:solidFill>
              <a:srgbClr val="1A3557"/>
            </a:solidFill>
            <a:ln w="12700">
              <a:solidFill>
                <a:srgbClr val="1A3557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2" name="Text 67">
              <a:extLst>
                <a:ext uri="{FF2B5EF4-FFF2-40B4-BE49-F238E27FC236}">
                  <a16:creationId xmlns:a16="http://schemas.microsoft.com/office/drawing/2014/main" id="{C3AE109C-2745-5DEF-29EA-C571D27BA5E7}"/>
                </a:ext>
              </a:extLst>
            </p:cNvPr>
            <p:cNvSpPr/>
            <p:nvPr/>
          </p:nvSpPr>
          <p:spPr>
            <a:xfrm>
              <a:off x="794071" y="3210083"/>
              <a:ext cx="3425098" cy="28071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r">
                <a:buNone/>
              </a:pPr>
              <a:r>
                <a:rPr lang="es-CO" sz="10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Subtotal p01–p04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4" name="Shape 68">
              <a:extLst>
                <a:ext uri="{FF2B5EF4-FFF2-40B4-BE49-F238E27FC236}">
                  <a16:creationId xmlns:a16="http://schemas.microsoft.com/office/drawing/2014/main" id="{343E0797-E3AF-FAC3-6414-2C8C7E5DD04E}"/>
                </a:ext>
              </a:extLst>
            </p:cNvPr>
            <p:cNvSpPr/>
            <p:nvPr/>
          </p:nvSpPr>
          <p:spPr>
            <a:xfrm>
              <a:off x="4219169" y="3210083"/>
              <a:ext cx="556789" cy="28071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6" name="Text 69">
              <a:extLst>
                <a:ext uri="{FF2B5EF4-FFF2-40B4-BE49-F238E27FC236}">
                  <a16:creationId xmlns:a16="http://schemas.microsoft.com/office/drawing/2014/main" id="{F300CCE2-30D8-D0BD-E751-EA4901752372}"/>
                </a:ext>
              </a:extLst>
            </p:cNvPr>
            <p:cNvSpPr/>
            <p:nvPr/>
          </p:nvSpPr>
          <p:spPr>
            <a:xfrm>
              <a:off x="4219169" y="3210083"/>
              <a:ext cx="55678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7.8 s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8" name="Shape 70">
              <a:extLst>
                <a:ext uri="{FF2B5EF4-FFF2-40B4-BE49-F238E27FC236}">
                  <a16:creationId xmlns:a16="http://schemas.microsoft.com/office/drawing/2014/main" id="{E8442526-D7C8-F360-7B15-32B66D4AB770}"/>
                </a:ext>
              </a:extLst>
            </p:cNvPr>
            <p:cNvSpPr/>
            <p:nvPr/>
          </p:nvSpPr>
          <p:spPr>
            <a:xfrm>
              <a:off x="4877192" y="980918"/>
              <a:ext cx="3981887" cy="31373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0" name="Text 71">
              <a:extLst>
                <a:ext uri="{FF2B5EF4-FFF2-40B4-BE49-F238E27FC236}">
                  <a16:creationId xmlns:a16="http://schemas.microsoft.com/office/drawing/2014/main" id="{B89E5327-5468-3EB8-E7EB-9A02FAF1A1C4}"/>
                </a:ext>
              </a:extLst>
            </p:cNvPr>
            <p:cNvSpPr/>
            <p:nvPr/>
          </p:nvSpPr>
          <p:spPr>
            <a:xfrm>
              <a:off x="4877192" y="980918"/>
              <a:ext cx="3981887" cy="313734"/>
            </a:xfrm>
            <a:prstGeom prst="rect">
              <a:avLst/>
            </a:prstGeom>
            <a:solidFill>
              <a:srgbClr val="003A3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3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Verificación Web  (p05)</a:t>
              </a:r>
              <a:endParaRPr lang="es-CO" sz="13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2" name="Shape 72">
              <a:extLst>
                <a:ext uri="{FF2B5EF4-FFF2-40B4-BE49-F238E27FC236}">
                  <a16:creationId xmlns:a16="http://schemas.microsoft.com/office/drawing/2014/main" id="{D8A68818-AB7B-66FA-7750-52124DB4CCE2}"/>
                </a:ext>
              </a:extLst>
            </p:cNvPr>
            <p:cNvSpPr/>
            <p:nvPr/>
          </p:nvSpPr>
          <p:spPr>
            <a:xfrm>
              <a:off x="4877192" y="1294652"/>
              <a:ext cx="1434154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4" name="Text 73">
              <a:extLst>
                <a:ext uri="{FF2B5EF4-FFF2-40B4-BE49-F238E27FC236}">
                  <a16:creationId xmlns:a16="http://schemas.microsoft.com/office/drawing/2014/main" id="{10FB8A2F-CEBA-BB72-085C-13CF53BCD4D4}"/>
                </a:ext>
              </a:extLst>
            </p:cNvPr>
            <p:cNvSpPr/>
            <p:nvPr/>
          </p:nvSpPr>
          <p:spPr>
            <a:xfrm>
              <a:off x="4877192" y="1294652"/>
              <a:ext cx="1434154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Acción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6" name="Shape 74">
              <a:extLst>
                <a:ext uri="{FF2B5EF4-FFF2-40B4-BE49-F238E27FC236}">
                  <a16:creationId xmlns:a16="http://schemas.microsoft.com/office/drawing/2014/main" id="{CFB64329-EA75-F9CF-564A-1C0352838DF1}"/>
                </a:ext>
              </a:extLst>
            </p:cNvPr>
            <p:cNvSpPr/>
            <p:nvPr/>
          </p:nvSpPr>
          <p:spPr>
            <a:xfrm>
              <a:off x="6311346" y="1294652"/>
              <a:ext cx="826748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8" name="Text 75">
              <a:extLst>
                <a:ext uri="{FF2B5EF4-FFF2-40B4-BE49-F238E27FC236}">
                  <a16:creationId xmlns:a16="http://schemas.microsoft.com/office/drawing/2014/main" id="{FEB0618E-4F8C-D9B1-AA4C-6EA6826BE95A}"/>
                </a:ext>
              </a:extLst>
            </p:cNvPr>
            <p:cNvSpPr/>
            <p:nvPr/>
          </p:nvSpPr>
          <p:spPr>
            <a:xfrm>
              <a:off x="6311346" y="1294652"/>
              <a:ext cx="826748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Tipo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0" name="Shape 76">
              <a:extLst>
                <a:ext uri="{FF2B5EF4-FFF2-40B4-BE49-F238E27FC236}">
                  <a16:creationId xmlns:a16="http://schemas.microsoft.com/office/drawing/2014/main" id="{C6F2C20D-5D17-B8B9-6625-D5919BABC9F6}"/>
                </a:ext>
              </a:extLst>
            </p:cNvPr>
            <p:cNvSpPr/>
            <p:nvPr/>
          </p:nvSpPr>
          <p:spPr>
            <a:xfrm>
              <a:off x="7138094" y="1294652"/>
              <a:ext cx="548353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2" name="Text 77">
              <a:extLst>
                <a:ext uri="{FF2B5EF4-FFF2-40B4-BE49-F238E27FC236}">
                  <a16:creationId xmlns:a16="http://schemas.microsoft.com/office/drawing/2014/main" id="{1D9E418D-2142-F94E-5E48-7E50886D04F8}"/>
                </a:ext>
              </a:extLst>
            </p:cNvPr>
            <p:cNvSpPr/>
            <p:nvPr/>
          </p:nvSpPr>
          <p:spPr>
            <a:xfrm>
              <a:off x="7138094" y="1294652"/>
              <a:ext cx="548353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Rango (s)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4" name="Shape 78">
              <a:extLst>
                <a:ext uri="{FF2B5EF4-FFF2-40B4-BE49-F238E27FC236}">
                  <a16:creationId xmlns:a16="http://schemas.microsoft.com/office/drawing/2014/main" id="{FDF2D65B-906F-9711-2514-152B23E9B62A}"/>
                </a:ext>
              </a:extLst>
            </p:cNvPr>
            <p:cNvSpPr/>
            <p:nvPr/>
          </p:nvSpPr>
          <p:spPr>
            <a:xfrm>
              <a:off x="7686447" y="1294652"/>
              <a:ext cx="548353" cy="231173"/>
            </a:xfrm>
            <a:prstGeom prst="rect">
              <a:avLst/>
            </a:prstGeom>
            <a:solidFill>
              <a:srgbClr val="E2EBF4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6" name="Text 79">
              <a:extLst>
                <a:ext uri="{FF2B5EF4-FFF2-40B4-BE49-F238E27FC236}">
                  <a16:creationId xmlns:a16="http://schemas.microsoft.com/office/drawing/2014/main" id="{FDE7CC5B-A789-25F8-CE84-8ED52817D0B8}"/>
                </a:ext>
              </a:extLst>
            </p:cNvPr>
            <p:cNvSpPr/>
            <p:nvPr/>
          </p:nvSpPr>
          <p:spPr>
            <a:xfrm>
              <a:off x="7686447" y="1294652"/>
              <a:ext cx="548353" cy="2311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Prom (s)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8" name="Shape 80">
              <a:extLst>
                <a:ext uri="{FF2B5EF4-FFF2-40B4-BE49-F238E27FC236}">
                  <a16:creationId xmlns:a16="http://schemas.microsoft.com/office/drawing/2014/main" id="{252C1502-5B27-16FC-9EA2-9C89816C79BB}"/>
                </a:ext>
              </a:extLst>
            </p:cNvPr>
            <p:cNvSpPr/>
            <p:nvPr/>
          </p:nvSpPr>
          <p:spPr>
            <a:xfrm>
              <a:off x="4877192" y="1525825"/>
              <a:ext cx="1434154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0" name="Text 81">
              <a:extLst>
                <a:ext uri="{FF2B5EF4-FFF2-40B4-BE49-F238E27FC236}">
                  <a16:creationId xmlns:a16="http://schemas.microsoft.com/office/drawing/2014/main" id="{10FA6F97-AECB-1C2C-6844-5DC8AC24446D}"/>
                </a:ext>
              </a:extLst>
            </p:cNvPr>
            <p:cNvSpPr/>
            <p:nvPr/>
          </p:nvSpPr>
          <p:spPr>
            <a:xfrm>
              <a:off x="4910937" y="1525825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92400E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Login Salud Total</a:t>
              </a:r>
              <a:r>
                <a:rPr lang="es-CO" sz="900" b="1" noProof="0" dirty="0">
                  <a:solidFill>
                    <a:srgbClr val="F59E0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2" name="Shape 82">
              <a:extLst>
                <a:ext uri="{FF2B5EF4-FFF2-40B4-BE49-F238E27FC236}">
                  <a16:creationId xmlns:a16="http://schemas.microsoft.com/office/drawing/2014/main" id="{DC5695B6-387C-5467-F37C-5361FC2E1600}"/>
                </a:ext>
              </a:extLst>
            </p:cNvPr>
            <p:cNvSpPr/>
            <p:nvPr/>
          </p:nvSpPr>
          <p:spPr>
            <a:xfrm>
              <a:off x="6311346" y="1525825"/>
              <a:ext cx="826748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4" name="Text 83">
              <a:extLst>
                <a:ext uri="{FF2B5EF4-FFF2-40B4-BE49-F238E27FC236}">
                  <a16:creationId xmlns:a16="http://schemas.microsoft.com/office/drawing/2014/main" id="{D06248B5-AAAF-9F2B-3F6E-5C44EAB32EE1}"/>
                </a:ext>
              </a:extLst>
            </p:cNvPr>
            <p:cNvSpPr/>
            <p:nvPr/>
          </p:nvSpPr>
          <p:spPr>
            <a:xfrm>
              <a:off x="6311346" y="1525825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92400E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Solo 1ª vez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6" name="Shape 84">
              <a:extLst>
                <a:ext uri="{FF2B5EF4-FFF2-40B4-BE49-F238E27FC236}">
                  <a16:creationId xmlns:a16="http://schemas.microsoft.com/office/drawing/2014/main" id="{E005BCAD-199E-960E-8E68-221C48A04805}"/>
                </a:ext>
              </a:extLst>
            </p:cNvPr>
            <p:cNvSpPr/>
            <p:nvPr/>
          </p:nvSpPr>
          <p:spPr>
            <a:xfrm>
              <a:off x="7138094" y="1525825"/>
              <a:ext cx="548353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8" name="Text 85">
              <a:extLst>
                <a:ext uri="{FF2B5EF4-FFF2-40B4-BE49-F238E27FC236}">
                  <a16:creationId xmlns:a16="http://schemas.microsoft.com/office/drawing/2014/main" id="{07DBFA31-F640-03ED-A302-B5D21B03C20D}"/>
                </a:ext>
              </a:extLst>
            </p:cNvPr>
            <p:cNvSpPr/>
            <p:nvPr/>
          </p:nvSpPr>
          <p:spPr>
            <a:xfrm>
              <a:off x="7138094" y="1525825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8–15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0" name="Shape 86">
              <a:extLst>
                <a:ext uri="{FF2B5EF4-FFF2-40B4-BE49-F238E27FC236}">
                  <a16:creationId xmlns:a16="http://schemas.microsoft.com/office/drawing/2014/main" id="{3EAB538B-A15B-6674-BA7E-0431F36CFDBE}"/>
                </a:ext>
              </a:extLst>
            </p:cNvPr>
            <p:cNvSpPr/>
            <p:nvPr/>
          </p:nvSpPr>
          <p:spPr>
            <a:xfrm>
              <a:off x="7686447" y="1525825"/>
              <a:ext cx="548353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2" name="Text 87">
              <a:extLst>
                <a:ext uri="{FF2B5EF4-FFF2-40B4-BE49-F238E27FC236}">
                  <a16:creationId xmlns:a16="http://schemas.microsoft.com/office/drawing/2014/main" id="{7B6B0327-BF13-6C7F-4252-6E87458B0286}"/>
                </a:ext>
              </a:extLst>
            </p:cNvPr>
            <p:cNvSpPr/>
            <p:nvPr/>
          </p:nvSpPr>
          <p:spPr>
            <a:xfrm>
              <a:off x="7686447" y="1525825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92400E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11.5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4" name="Shape 88">
              <a:extLst>
                <a:ext uri="{FF2B5EF4-FFF2-40B4-BE49-F238E27FC236}">
                  <a16:creationId xmlns:a16="http://schemas.microsoft.com/office/drawing/2014/main" id="{EDE7F5EC-1A54-9E72-F3EB-CA9DA1A42952}"/>
                </a:ext>
              </a:extLst>
            </p:cNvPr>
            <p:cNvSpPr/>
            <p:nvPr/>
          </p:nvSpPr>
          <p:spPr>
            <a:xfrm>
              <a:off x="4877192" y="1806535"/>
              <a:ext cx="1434154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6" name="Text 89">
              <a:extLst>
                <a:ext uri="{FF2B5EF4-FFF2-40B4-BE49-F238E27FC236}">
                  <a16:creationId xmlns:a16="http://schemas.microsoft.com/office/drawing/2014/main" id="{9B6B0DA5-77E5-0A00-1F34-371F25CE39C9}"/>
                </a:ext>
              </a:extLst>
            </p:cNvPr>
            <p:cNvSpPr/>
            <p:nvPr/>
          </p:nvSpPr>
          <p:spPr>
            <a:xfrm>
              <a:off x="4910937" y="1806535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92400E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Seleccionar sede</a:t>
              </a:r>
              <a:r>
                <a:rPr lang="es-CO" sz="900" b="1" noProof="0" dirty="0">
                  <a:solidFill>
                    <a:srgbClr val="F59E0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8" name="Shape 90">
              <a:extLst>
                <a:ext uri="{FF2B5EF4-FFF2-40B4-BE49-F238E27FC236}">
                  <a16:creationId xmlns:a16="http://schemas.microsoft.com/office/drawing/2014/main" id="{054AEA8D-1D6F-D4B4-AD67-0CEC52EFAC97}"/>
                </a:ext>
              </a:extLst>
            </p:cNvPr>
            <p:cNvSpPr/>
            <p:nvPr/>
          </p:nvSpPr>
          <p:spPr>
            <a:xfrm>
              <a:off x="6311346" y="1806535"/>
              <a:ext cx="826748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0" name="Text 91">
              <a:extLst>
                <a:ext uri="{FF2B5EF4-FFF2-40B4-BE49-F238E27FC236}">
                  <a16:creationId xmlns:a16="http://schemas.microsoft.com/office/drawing/2014/main" id="{A938662F-5DC0-C7CD-AB1F-F60CC603E36E}"/>
                </a:ext>
              </a:extLst>
            </p:cNvPr>
            <p:cNvSpPr/>
            <p:nvPr/>
          </p:nvSpPr>
          <p:spPr>
            <a:xfrm>
              <a:off x="6311346" y="1806535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92400E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Solo 1ª vez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2" name="Shape 92">
              <a:extLst>
                <a:ext uri="{FF2B5EF4-FFF2-40B4-BE49-F238E27FC236}">
                  <a16:creationId xmlns:a16="http://schemas.microsoft.com/office/drawing/2014/main" id="{F555441B-7C58-E25B-DA86-4FEC1FF031CB}"/>
                </a:ext>
              </a:extLst>
            </p:cNvPr>
            <p:cNvSpPr/>
            <p:nvPr/>
          </p:nvSpPr>
          <p:spPr>
            <a:xfrm>
              <a:off x="7138094" y="1806535"/>
              <a:ext cx="548353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4" name="Text 93">
              <a:extLst>
                <a:ext uri="{FF2B5EF4-FFF2-40B4-BE49-F238E27FC236}">
                  <a16:creationId xmlns:a16="http://schemas.microsoft.com/office/drawing/2014/main" id="{09F690AB-0C90-4877-ED28-76171BED77A5}"/>
                </a:ext>
              </a:extLst>
            </p:cNvPr>
            <p:cNvSpPr/>
            <p:nvPr/>
          </p:nvSpPr>
          <p:spPr>
            <a:xfrm>
              <a:off x="7138094" y="1806535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3–6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6" name="Shape 94">
              <a:extLst>
                <a:ext uri="{FF2B5EF4-FFF2-40B4-BE49-F238E27FC236}">
                  <a16:creationId xmlns:a16="http://schemas.microsoft.com/office/drawing/2014/main" id="{C7907FE6-4D93-C8B9-02AC-58C2F513F1B1}"/>
                </a:ext>
              </a:extLst>
            </p:cNvPr>
            <p:cNvSpPr/>
            <p:nvPr/>
          </p:nvSpPr>
          <p:spPr>
            <a:xfrm>
              <a:off x="7686447" y="1806535"/>
              <a:ext cx="548353" cy="280710"/>
            </a:xfrm>
            <a:prstGeom prst="rect">
              <a:avLst/>
            </a:prstGeom>
            <a:solidFill>
              <a:srgbClr val="FEF9C3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8" name="Text 95">
              <a:extLst>
                <a:ext uri="{FF2B5EF4-FFF2-40B4-BE49-F238E27FC236}">
                  <a16:creationId xmlns:a16="http://schemas.microsoft.com/office/drawing/2014/main" id="{588C760B-8D47-C9B3-56E2-BABAA9E1251F}"/>
                </a:ext>
              </a:extLst>
            </p:cNvPr>
            <p:cNvSpPr/>
            <p:nvPr/>
          </p:nvSpPr>
          <p:spPr>
            <a:xfrm>
              <a:off x="7686447" y="1806535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92400E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4.5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0" name="Shape 96">
              <a:extLst>
                <a:ext uri="{FF2B5EF4-FFF2-40B4-BE49-F238E27FC236}">
                  <a16:creationId xmlns:a16="http://schemas.microsoft.com/office/drawing/2014/main" id="{F6E40DD6-CB12-8F18-3801-89790F22ECB7}"/>
                </a:ext>
              </a:extLst>
            </p:cNvPr>
            <p:cNvSpPr/>
            <p:nvPr/>
          </p:nvSpPr>
          <p:spPr>
            <a:xfrm>
              <a:off x="4877192" y="2087244"/>
              <a:ext cx="1434154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2" name="Text 97">
              <a:extLst>
                <a:ext uri="{FF2B5EF4-FFF2-40B4-BE49-F238E27FC236}">
                  <a16:creationId xmlns:a16="http://schemas.microsoft.com/office/drawing/2014/main" id="{9674F051-F45B-9323-7AEF-A95D238BA28A}"/>
                </a:ext>
              </a:extLst>
            </p:cNvPr>
            <p:cNvSpPr/>
            <p:nvPr/>
          </p:nvSpPr>
          <p:spPr>
            <a:xfrm>
              <a:off x="4910937" y="2087244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Cédula → CONSULTAR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4" name="Shape 98">
              <a:extLst>
                <a:ext uri="{FF2B5EF4-FFF2-40B4-BE49-F238E27FC236}">
                  <a16:creationId xmlns:a16="http://schemas.microsoft.com/office/drawing/2014/main" id="{F4DA097A-82E3-8EA5-F777-01B141D88D4D}"/>
                </a:ext>
              </a:extLst>
            </p:cNvPr>
            <p:cNvSpPr/>
            <p:nvPr/>
          </p:nvSpPr>
          <p:spPr>
            <a:xfrm>
              <a:off x="6311346" y="2087244"/>
              <a:ext cx="826748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6" name="Text 99">
              <a:extLst>
                <a:ext uri="{FF2B5EF4-FFF2-40B4-BE49-F238E27FC236}">
                  <a16:creationId xmlns:a16="http://schemas.microsoft.com/office/drawing/2014/main" id="{90D43EF1-B981-6E3D-AE32-6D05E07F421E}"/>
                </a:ext>
              </a:extLst>
            </p:cNvPr>
            <p:cNvSpPr/>
            <p:nvPr/>
          </p:nvSpPr>
          <p:spPr>
            <a:xfrm>
              <a:off x="6311346" y="2087244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Por AUT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8" name="Shape 100">
              <a:extLst>
                <a:ext uri="{FF2B5EF4-FFF2-40B4-BE49-F238E27FC236}">
                  <a16:creationId xmlns:a16="http://schemas.microsoft.com/office/drawing/2014/main" id="{D3D85A0F-08A6-F9F9-2B91-AF8B714BA46E}"/>
                </a:ext>
              </a:extLst>
            </p:cNvPr>
            <p:cNvSpPr/>
            <p:nvPr/>
          </p:nvSpPr>
          <p:spPr>
            <a:xfrm>
              <a:off x="7138094" y="2087244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0" name="Text 101">
              <a:extLst>
                <a:ext uri="{FF2B5EF4-FFF2-40B4-BE49-F238E27FC236}">
                  <a16:creationId xmlns:a16="http://schemas.microsoft.com/office/drawing/2014/main" id="{301057F0-8E94-6DAD-3316-A01E49256256}"/>
                </a:ext>
              </a:extLst>
            </p:cNvPr>
            <p:cNvSpPr/>
            <p:nvPr/>
          </p:nvSpPr>
          <p:spPr>
            <a:xfrm>
              <a:off x="7138094" y="2087244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1–2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2" name="Shape 102">
              <a:extLst>
                <a:ext uri="{FF2B5EF4-FFF2-40B4-BE49-F238E27FC236}">
                  <a16:creationId xmlns:a16="http://schemas.microsoft.com/office/drawing/2014/main" id="{96DF14EE-1455-2A03-0823-6D96E3404074}"/>
                </a:ext>
              </a:extLst>
            </p:cNvPr>
            <p:cNvSpPr/>
            <p:nvPr/>
          </p:nvSpPr>
          <p:spPr>
            <a:xfrm>
              <a:off x="7686447" y="2087244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4" name="Text 103">
              <a:extLst>
                <a:ext uri="{FF2B5EF4-FFF2-40B4-BE49-F238E27FC236}">
                  <a16:creationId xmlns:a16="http://schemas.microsoft.com/office/drawing/2014/main" id="{239602D6-9569-005B-02F7-1FC9058F7A4A}"/>
                </a:ext>
              </a:extLst>
            </p:cNvPr>
            <p:cNvSpPr/>
            <p:nvPr/>
          </p:nvSpPr>
          <p:spPr>
            <a:xfrm>
              <a:off x="7686447" y="2087244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1.5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6" name="Shape 104">
              <a:extLst>
                <a:ext uri="{FF2B5EF4-FFF2-40B4-BE49-F238E27FC236}">
                  <a16:creationId xmlns:a16="http://schemas.microsoft.com/office/drawing/2014/main" id="{94B9569C-CF50-76A0-43DD-48C8AFAF7900}"/>
                </a:ext>
              </a:extLst>
            </p:cNvPr>
            <p:cNvSpPr/>
            <p:nvPr/>
          </p:nvSpPr>
          <p:spPr>
            <a:xfrm>
              <a:off x="4877192" y="2367954"/>
              <a:ext cx="1434154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8" name="Text 105">
              <a:extLst>
                <a:ext uri="{FF2B5EF4-FFF2-40B4-BE49-F238E27FC236}">
                  <a16:creationId xmlns:a16="http://schemas.microsoft.com/office/drawing/2014/main" id="{F6CCE770-9E6B-D433-B92C-101FC58F93BC}"/>
                </a:ext>
              </a:extLst>
            </p:cNvPr>
            <p:cNvSpPr/>
            <p:nvPr/>
          </p:nvSpPr>
          <p:spPr>
            <a:xfrm>
              <a:off x="4910937" y="2367954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Timeouts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</a:t>
              </a: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popups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(×3)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0" name="Shape 106">
              <a:extLst>
                <a:ext uri="{FF2B5EF4-FFF2-40B4-BE49-F238E27FC236}">
                  <a16:creationId xmlns:a16="http://schemas.microsoft.com/office/drawing/2014/main" id="{5BCF806D-B289-A87D-2541-DFB37857E924}"/>
                </a:ext>
              </a:extLst>
            </p:cNvPr>
            <p:cNvSpPr/>
            <p:nvPr/>
          </p:nvSpPr>
          <p:spPr>
            <a:xfrm>
              <a:off x="6311346" y="2367954"/>
              <a:ext cx="826748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2" name="Text 107">
              <a:extLst>
                <a:ext uri="{FF2B5EF4-FFF2-40B4-BE49-F238E27FC236}">
                  <a16:creationId xmlns:a16="http://schemas.microsoft.com/office/drawing/2014/main" id="{13F05B52-BA39-DEC4-EF64-F76C84105634}"/>
                </a:ext>
              </a:extLst>
            </p:cNvPr>
            <p:cNvSpPr/>
            <p:nvPr/>
          </p:nvSpPr>
          <p:spPr>
            <a:xfrm>
              <a:off x="6311346" y="2367954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991B1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Fijo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4" name="Shape 108">
              <a:extLst>
                <a:ext uri="{FF2B5EF4-FFF2-40B4-BE49-F238E27FC236}">
                  <a16:creationId xmlns:a16="http://schemas.microsoft.com/office/drawing/2014/main" id="{FDA92C62-D712-F3A0-8F26-2A0C874CCA48}"/>
                </a:ext>
              </a:extLst>
            </p:cNvPr>
            <p:cNvSpPr/>
            <p:nvPr/>
          </p:nvSpPr>
          <p:spPr>
            <a:xfrm>
              <a:off x="7138094" y="2367954"/>
              <a:ext cx="548353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6" name="Text 109">
              <a:extLst>
                <a:ext uri="{FF2B5EF4-FFF2-40B4-BE49-F238E27FC236}">
                  <a16:creationId xmlns:a16="http://schemas.microsoft.com/office/drawing/2014/main" id="{9ECF4C31-54B1-7377-6682-7BF972C86903}"/>
                </a:ext>
              </a:extLst>
            </p:cNvPr>
            <p:cNvSpPr/>
            <p:nvPr/>
          </p:nvSpPr>
          <p:spPr>
            <a:xfrm>
              <a:off x="7138094" y="2367954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7.0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8" name="Shape 110">
              <a:extLst>
                <a:ext uri="{FF2B5EF4-FFF2-40B4-BE49-F238E27FC236}">
                  <a16:creationId xmlns:a16="http://schemas.microsoft.com/office/drawing/2014/main" id="{7D2885DB-AE76-4014-6B55-6E3243796EF3}"/>
                </a:ext>
              </a:extLst>
            </p:cNvPr>
            <p:cNvSpPr/>
            <p:nvPr/>
          </p:nvSpPr>
          <p:spPr>
            <a:xfrm>
              <a:off x="7686447" y="2367954"/>
              <a:ext cx="548353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0" name="Text 111">
              <a:extLst>
                <a:ext uri="{FF2B5EF4-FFF2-40B4-BE49-F238E27FC236}">
                  <a16:creationId xmlns:a16="http://schemas.microsoft.com/office/drawing/2014/main" id="{839F03C5-B22E-7F39-59A4-27A61E2C9580}"/>
                </a:ext>
              </a:extLst>
            </p:cNvPr>
            <p:cNvSpPr/>
            <p:nvPr/>
          </p:nvSpPr>
          <p:spPr>
            <a:xfrm>
              <a:off x="7686447" y="2367954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991B1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7.0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2" name="Shape 112">
              <a:extLst>
                <a:ext uri="{FF2B5EF4-FFF2-40B4-BE49-F238E27FC236}">
                  <a16:creationId xmlns:a16="http://schemas.microsoft.com/office/drawing/2014/main" id="{0BA15421-2AAB-DDF9-5B5A-2F533B84F073}"/>
                </a:ext>
              </a:extLst>
            </p:cNvPr>
            <p:cNvSpPr/>
            <p:nvPr/>
          </p:nvSpPr>
          <p:spPr>
            <a:xfrm>
              <a:off x="4877192" y="2648663"/>
              <a:ext cx="1434154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4" name="Text 113">
              <a:extLst>
                <a:ext uri="{FF2B5EF4-FFF2-40B4-BE49-F238E27FC236}">
                  <a16:creationId xmlns:a16="http://schemas.microsoft.com/office/drawing/2014/main" id="{FEF767F3-5A8C-3A47-A79F-E8DF8F7153B0}"/>
                </a:ext>
              </a:extLst>
            </p:cNvPr>
            <p:cNvSpPr/>
            <p:nvPr/>
          </p:nvSpPr>
          <p:spPr>
            <a:xfrm>
              <a:off x="4910937" y="2648663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Validar nombre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6" name="Shape 114">
              <a:extLst>
                <a:ext uri="{FF2B5EF4-FFF2-40B4-BE49-F238E27FC236}">
                  <a16:creationId xmlns:a16="http://schemas.microsoft.com/office/drawing/2014/main" id="{7987ADA4-9E3D-0A95-D480-6B8C2E107BFF}"/>
                </a:ext>
              </a:extLst>
            </p:cNvPr>
            <p:cNvSpPr/>
            <p:nvPr/>
          </p:nvSpPr>
          <p:spPr>
            <a:xfrm>
              <a:off x="6311346" y="2648663"/>
              <a:ext cx="826748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8" name="Text 115">
              <a:extLst>
                <a:ext uri="{FF2B5EF4-FFF2-40B4-BE49-F238E27FC236}">
                  <a16:creationId xmlns:a16="http://schemas.microsoft.com/office/drawing/2014/main" id="{F488FEC0-523F-A92D-DD79-5716B0CE9803}"/>
                </a:ext>
              </a:extLst>
            </p:cNvPr>
            <p:cNvSpPr/>
            <p:nvPr/>
          </p:nvSpPr>
          <p:spPr>
            <a:xfrm>
              <a:off x="6311346" y="2648663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Por AUT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0" name="Shape 116">
              <a:extLst>
                <a:ext uri="{FF2B5EF4-FFF2-40B4-BE49-F238E27FC236}">
                  <a16:creationId xmlns:a16="http://schemas.microsoft.com/office/drawing/2014/main" id="{16320624-364F-663E-580F-0765FA04D859}"/>
                </a:ext>
              </a:extLst>
            </p:cNvPr>
            <p:cNvSpPr/>
            <p:nvPr/>
          </p:nvSpPr>
          <p:spPr>
            <a:xfrm>
              <a:off x="7138094" y="2648663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2" name="Text 117">
              <a:extLst>
                <a:ext uri="{FF2B5EF4-FFF2-40B4-BE49-F238E27FC236}">
                  <a16:creationId xmlns:a16="http://schemas.microsoft.com/office/drawing/2014/main" id="{CE1D32C7-3BC0-6E2F-99A4-EAF116AAEDED}"/>
                </a:ext>
              </a:extLst>
            </p:cNvPr>
            <p:cNvSpPr/>
            <p:nvPr/>
          </p:nvSpPr>
          <p:spPr>
            <a:xfrm>
              <a:off x="7138094" y="2648663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0.3–0.8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4" name="Shape 118">
              <a:extLst>
                <a:ext uri="{FF2B5EF4-FFF2-40B4-BE49-F238E27FC236}">
                  <a16:creationId xmlns:a16="http://schemas.microsoft.com/office/drawing/2014/main" id="{38F4368C-F6E6-299A-1FE1-747EE57C3BDE}"/>
                </a:ext>
              </a:extLst>
            </p:cNvPr>
            <p:cNvSpPr/>
            <p:nvPr/>
          </p:nvSpPr>
          <p:spPr>
            <a:xfrm>
              <a:off x="7686447" y="2648663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6" name="Text 119">
              <a:extLst>
                <a:ext uri="{FF2B5EF4-FFF2-40B4-BE49-F238E27FC236}">
                  <a16:creationId xmlns:a16="http://schemas.microsoft.com/office/drawing/2014/main" id="{544DD33E-B687-2400-7995-574576AD7383}"/>
                </a:ext>
              </a:extLst>
            </p:cNvPr>
            <p:cNvSpPr/>
            <p:nvPr/>
          </p:nvSpPr>
          <p:spPr>
            <a:xfrm>
              <a:off x="7686447" y="2648663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0.6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8" name="Shape 120">
              <a:extLst>
                <a:ext uri="{FF2B5EF4-FFF2-40B4-BE49-F238E27FC236}">
                  <a16:creationId xmlns:a16="http://schemas.microsoft.com/office/drawing/2014/main" id="{766943B6-D193-BD67-2A3C-ECDE629A6B2C}"/>
                </a:ext>
              </a:extLst>
            </p:cNvPr>
            <p:cNvSpPr/>
            <p:nvPr/>
          </p:nvSpPr>
          <p:spPr>
            <a:xfrm>
              <a:off x="4877192" y="2929373"/>
              <a:ext cx="1434154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0" name="Text 121">
              <a:extLst>
                <a:ext uri="{FF2B5EF4-FFF2-40B4-BE49-F238E27FC236}">
                  <a16:creationId xmlns:a16="http://schemas.microsoft.com/office/drawing/2014/main" id="{B0A274F0-7F18-FD83-1177-949B62DE0C39}"/>
                </a:ext>
              </a:extLst>
            </p:cNvPr>
            <p:cNvSpPr/>
            <p:nvPr/>
          </p:nvSpPr>
          <p:spPr>
            <a:xfrm>
              <a:off x="4910937" y="2929373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Click DIRECCIONAMIENTO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2" name="Shape 122">
              <a:extLst>
                <a:ext uri="{FF2B5EF4-FFF2-40B4-BE49-F238E27FC236}">
                  <a16:creationId xmlns:a16="http://schemas.microsoft.com/office/drawing/2014/main" id="{7854AA23-9476-8170-0D2A-9B1CAB966665}"/>
                </a:ext>
              </a:extLst>
            </p:cNvPr>
            <p:cNvSpPr/>
            <p:nvPr/>
          </p:nvSpPr>
          <p:spPr>
            <a:xfrm>
              <a:off x="6311346" y="2929373"/>
              <a:ext cx="826748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4" name="Text 123">
              <a:extLst>
                <a:ext uri="{FF2B5EF4-FFF2-40B4-BE49-F238E27FC236}">
                  <a16:creationId xmlns:a16="http://schemas.microsoft.com/office/drawing/2014/main" id="{7F49B1D5-5616-3138-24FE-EC31D6600D61}"/>
                </a:ext>
              </a:extLst>
            </p:cNvPr>
            <p:cNvSpPr/>
            <p:nvPr/>
          </p:nvSpPr>
          <p:spPr>
            <a:xfrm>
              <a:off x="6311346" y="2929373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Por AUT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6" name="Shape 124">
              <a:extLst>
                <a:ext uri="{FF2B5EF4-FFF2-40B4-BE49-F238E27FC236}">
                  <a16:creationId xmlns:a16="http://schemas.microsoft.com/office/drawing/2014/main" id="{9A12A917-DFF7-E976-0FC6-65C8A1E94F33}"/>
                </a:ext>
              </a:extLst>
            </p:cNvPr>
            <p:cNvSpPr/>
            <p:nvPr/>
          </p:nvSpPr>
          <p:spPr>
            <a:xfrm>
              <a:off x="7138094" y="2929373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8" name="Text 125">
              <a:extLst>
                <a:ext uri="{FF2B5EF4-FFF2-40B4-BE49-F238E27FC236}">
                  <a16:creationId xmlns:a16="http://schemas.microsoft.com/office/drawing/2014/main" id="{579DCFDA-D626-5F23-E43E-B13EB349EF66}"/>
                </a:ext>
              </a:extLst>
            </p:cNvPr>
            <p:cNvSpPr/>
            <p:nvPr/>
          </p:nvSpPr>
          <p:spPr>
            <a:xfrm>
              <a:off x="7138094" y="2929373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2–4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0" name="Shape 126">
              <a:extLst>
                <a:ext uri="{FF2B5EF4-FFF2-40B4-BE49-F238E27FC236}">
                  <a16:creationId xmlns:a16="http://schemas.microsoft.com/office/drawing/2014/main" id="{5CEF17D8-B647-7755-046D-247DD6FAD4A1}"/>
                </a:ext>
              </a:extLst>
            </p:cNvPr>
            <p:cNvSpPr/>
            <p:nvPr/>
          </p:nvSpPr>
          <p:spPr>
            <a:xfrm>
              <a:off x="7686447" y="2929373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2" name="Text 127">
              <a:extLst>
                <a:ext uri="{FF2B5EF4-FFF2-40B4-BE49-F238E27FC236}">
                  <a16:creationId xmlns:a16="http://schemas.microsoft.com/office/drawing/2014/main" id="{BD5A5AD6-331C-3085-3709-55172C5C3346}"/>
                </a:ext>
              </a:extLst>
            </p:cNvPr>
            <p:cNvSpPr/>
            <p:nvPr/>
          </p:nvSpPr>
          <p:spPr>
            <a:xfrm>
              <a:off x="7686447" y="2929373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3.0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4" name="Shape 128">
              <a:extLst>
                <a:ext uri="{FF2B5EF4-FFF2-40B4-BE49-F238E27FC236}">
                  <a16:creationId xmlns:a16="http://schemas.microsoft.com/office/drawing/2014/main" id="{31E7BF42-F82D-2D98-8342-F59E974264A6}"/>
                </a:ext>
              </a:extLst>
            </p:cNvPr>
            <p:cNvSpPr/>
            <p:nvPr/>
          </p:nvSpPr>
          <p:spPr>
            <a:xfrm>
              <a:off x="4877192" y="3210083"/>
              <a:ext cx="1434154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6" name="Text 129">
              <a:extLst>
                <a:ext uri="{FF2B5EF4-FFF2-40B4-BE49-F238E27FC236}">
                  <a16:creationId xmlns:a16="http://schemas.microsoft.com/office/drawing/2014/main" id="{081FD465-35C7-636A-136B-BD5553B8E335}"/>
                </a:ext>
              </a:extLst>
            </p:cNvPr>
            <p:cNvSpPr/>
            <p:nvPr/>
          </p:nvSpPr>
          <p:spPr>
            <a:xfrm>
              <a:off x="4910937" y="3210083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Timeout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'sin </a:t>
              </a: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coinc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.'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8" name="Shape 130">
              <a:extLst>
                <a:ext uri="{FF2B5EF4-FFF2-40B4-BE49-F238E27FC236}">
                  <a16:creationId xmlns:a16="http://schemas.microsoft.com/office/drawing/2014/main" id="{C693420D-5B9E-9B8E-F228-8F1F3555F8F4}"/>
                </a:ext>
              </a:extLst>
            </p:cNvPr>
            <p:cNvSpPr/>
            <p:nvPr/>
          </p:nvSpPr>
          <p:spPr>
            <a:xfrm>
              <a:off x="6311346" y="3210083"/>
              <a:ext cx="826748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0" name="Text 131">
              <a:extLst>
                <a:ext uri="{FF2B5EF4-FFF2-40B4-BE49-F238E27FC236}">
                  <a16:creationId xmlns:a16="http://schemas.microsoft.com/office/drawing/2014/main" id="{C10DACFA-8D91-360E-B370-79A6A4981239}"/>
                </a:ext>
              </a:extLst>
            </p:cNvPr>
            <p:cNvSpPr/>
            <p:nvPr/>
          </p:nvSpPr>
          <p:spPr>
            <a:xfrm>
              <a:off x="6311346" y="3210083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991B1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Fijo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2" name="Shape 132">
              <a:extLst>
                <a:ext uri="{FF2B5EF4-FFF2-40B4-BE49-F238E27FC236}">
                  <a16:creationId xmlns:a16="http://schemas.microsoft.com/office/drawing/2014/main" id="{30F6EA41-3616-2488-CD38-E9E0D7DAB1A1}"/>
                </a:ext>
              </a:extLst>
            </p:cNvPr>
            <p:cNvSpPr/>
            <p:nvPr/>
          </p:nvSpPr>
          <p:spPr>
            <a:xfrm>
              <a:off x="7138094" y="3210083"/>
              <a:ext cx="548353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4" name="Text 133">
              <a:extLst>
                <a:ext uri="{FF2B5EF4-FFF2-40B4-BE49-F238E27FC236}">
                  <a16:creationId xmlns:a16="http://schemas.microsoft.com/office/drawing/2014/main" id="{944B9175-8639-6202-AB52-844228E9DBF3}"/>
                </a:ext>
              </a:extLst>
            </p:cNvPr>
            <p:cNvSpPr/>
            <p:nvPr/>
          </p:nvSpPr>
          <p:spPr>
            <a:xfrm>
              <a:off x="7138094" y="3210083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3.0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6" name="Shape 134">
              <a:extLst>
                <a:ext uri="{FF2B5EF4-FFF2-40B4-BE49-F238E27FC236}">
                  <a16:creationId xmlns:a16="http://schemas.microsoft.com/office/drawing/2014/main" id="{ECA4B3C6-6234-2BD6-8FD8-0B52F4329162}"/>
                </a:ext>
              </a:extLst>
            </p:cNvPr>
            <p:cNvSpPr/>
            <p:nvPr/>
          </p:nvSpPr>
          <p:spPr>
            <a:xfrm>
              <a:off x="7686447" y="3210083"/>
              <a:ext cx="548353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8" name="Text 135">
              <a:extLst>
                <a:ext uri="{FF2B5EF4-FFF2-40B4-BE49-F238E27FC236}">
                  <a16:creationId xmlns:a16="http://schemas.microsoft.com/office/drawing/2014/main" id="{431C769C-5538-197D-904E-EDB7192D1D48}"/>
                </a:ext>
              </a:extLst>
            </p:cNvPr>
            <p:cNvSpPr/>
            <p:nvPr/>
          </p:nvSpPr>
          <p:spPr>
            <a:xfrm>
              <a:off x="7686447" y="3210083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991B1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3.0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0" name="Shape 136">
              <a:extLst>
                <a:ext uri="{FF2B5EF4-FFF2-40B4-BE49-F238E27FC236}">
                  <a16:creationId xmlns:a16="http://schemas.microsoft.com/office/drawing/2014/main" id="{16BEA2FA-530C-9440-EC9B-9105F9460389}"/>
                </a:ext>
              </a:extLst>
            </p:cNvPr>
            <p:cNvSpPr/>
            <p:nvPr/>
          </p:nvSpPr>
          <p:spPr>
            <a:xfrm>
              <a:off x="4877192" y="3490792"/>
              <a:ext cx="1434154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2" name="Text 137">
              <a:extLst>
                <a:ext uri="{FF2B5EF4-FFF2-40B4-BE49-F238E27FC236}">
                  <a16:creationId xmlns:a16="http://schemas.microsoft.com/office/drawing/2014/main" id="{AC4C1C1C-CD9E-7BCC-31F5-52D87C6845C1}"/>
                </a:ext>
              </a:extLst>
            </p:cNvPr>
            <p:cNvSpPr/>
            <p:nvPr/>
          </p:nvSpPr>
          <p:spPr>
            <a:xfrm>
              <a:off x="4910937" y="3490792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Esperas filtro (×2)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4" name="Shape 138">
              <a:extLst>
                <a:ext uri="{FF2B5EF4-FFF2-40B4-BE49-F238E27FC236}">
                  <a16:creationId xmlns:a16="http://schemas.microsoft.com/office/drawing/2014/main" id="{F8E279A7-D896-689B-99E3-A7CC247E086B}"/>
                </a:ext>
              </a:extLst>
            </p:cNvPr>
            <p:cNvSpPr/>
            <p:nvPr/>
          </p:nvSpPr>
          <p:spPr>
            <a:xfrm>
              <a:off x="6311346" y="3490792"/>
              <a:ext cx="826748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6" name="Text 139">
              <a:extLst>
                <a:ext uri="{FF2B5EF4-FFF2-40B4-BE49-F238E27FC236}">
                  <a16:creationId xmlns:a16="http://schemas.microsoft.com/office/drawing/2014/main" id="{2BC55BC2-9097-7DB1-582D-8D37421E2B80}"/>
                </a:ext>
              </a:extLst>
            </p:cNvPr>
            <p:cNvSpPr/>
            <p:nvPr/>
          </p:nvSpPr>
          <p:spPr>
            <a:xfrm>
              <a:off x="6311346" y="3490792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b="1" noProof="0" dirty="0">
                  <a:solidFill>
                    <a:srgbClr val="991B1B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Fijo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8" name="Shape 140">
              <a:extLst>
                <a:ext uri="{FF2B5EF4-FFF2-40B4-BE49-F238E27FC236}">
                  <a16:creationId xmlns:a16="http://schemas.microsoft.com/office/drawing/2014/main" id="{924EC791-C443-8750-E799-2FA23B9235FA}"/>
                </a:ext>
              </a:extLst>
            </p:cNvPr>
            <p:cNvSpPr/>
            <p:nvPr/>
          </p:nvSpPr>
          <p:spPr>
            <a:xfrm>
              <a:off x="7138094" y="3490792"/>
              <a:ext cx="548353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0" name="Text 141">
              <a:extLst>
                <a:ext uri="{FF2B5EF4-FFF2-40B4-BE49-F238E27FC236}">
                  <a16:creationId xmlns:a16="http://schemas.microsoft.com/office/drawing/2014/main" id="{3F5FFCDF-AFDF-B800-CA76-C89C1F6F4212}"/>
                </a:ext>
              </a:extLst>
            </p:cNvPr>
            <p:cNvSpPr/>
            <p:nvPr/>
          </p:nvSpPr>
          <p:spPr>
            <a:xfrm>
              <a:off x="7138094" y="3490792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6.0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2" name="Shape 142">
              <a:extLst>
                <a:ext uri="{FF2B5EF4-FFF2-40B4-BE49-F238E27FC236}">
                  <a16:creationId xmlns:a16="http://schemas.microsoft.com/office/drawing/2014/main" id="{D603A131-2434-6D62-8D62-C2B8B5C8C632}"/>
                </a:ext>
              </a:extLst>
            </p:cNvPr>
            <p:cNvSpPr/>
            <p:nvPr/>
          </p:nvSpPr>
          <p:spPr>
            <a:xfrm>
              <a:off x="7686447" y="3490792"/>
              <a:ext cx="548353" cy="280710"/>
            </a:xfrm>
            <a:prstGeom prst="rect">
              <a:avLst/>
            </a:prstGeom>
            <a:solidFill>
              <a:srgbClr val="FFE4E6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4" name="Text 143">
              <a:extLst>
                <a:ext uri="{FF2B5EF4-FFF2-40B4-BE49-F238E27FC236}">
                  <a16:creationId xmlns:a16="http://schemas.microsoft.com/office/drawing/2014/main" id="{6576166E-F48B-AA85-7525-D8217C29A619}"/>
                </a:ext>
              </a:extLst>
            </p:cNvPr>
            <p:cNvSpPr/>
            <p:nvPr/>
          </p:nvSpPr>
          <p:spPr>
            <a:xfrm>
              <a:off x="7686447" y="3490792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991B1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6.0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6" name="Shape 144">
              <a:extLst>
                <a:ext uri="{FF2B5EF4-FFF2-40B4-BE49-F238E27FC236}">
                  <a16:creationId xmlns:a16="http://schemas.microsoft.com/office/drawing/2014/main" id="{B873FFFF-51EE-2286-1085-AB301A885EC3}"/>
                </a:ext>
              </a:extLst>
            </p:cNvPr>
            <p:cNvSpPr/>
            <p:nvPr/>
          </p:nvSpPr>
          <p:spPr>
            <a:xfrm>
              <a:off x="4877192" y="3771502"/>
              <a:ext cx="1434154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8" name="Text 145">
              <a:extLst>
                <a:ext uri="{FF2B5EF4-FFF2-40B4-BE49-F238E27FC236}">
                  <a16:creationId xmlns:a16="http://schemas.microsoft.com/office/drawing/2014/main" id="{313A1F68-4D76-0208-2C2F-3808A74BCA2C}"/>
                </a:ext>
              </a:extLst>
            </p:cNvPr>
            <p:cNvSpPr/>
            <p:nvPr/>
          </p:nvSpPr>
          <p:spPr>
            <a:xfrm>
              <a:off x="4910937" y="3771502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Fill AUT + kendo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0" name="Shape 146">
              <a:extLst>
                <a:ext uri="{FF2B5EF4-FFF2-40B4-BE49-F238E27FC236}">
                  <a16:creationId xmlns:a16="http://schemas.microsoft.com/office/drawing/2014/main" id="{7D3C5B00-02D3-4386-39AA-DC6A323ED298}"/>
                </a:ext>
              </a:extLst>
            </p:cNvPr>
            <p:cNvSpPr/>
            <p:nvPr/>
          </p:nvSpPr>
          <p:spPr>
            <a:xfrm>
              <a:off x="6311346" y="3771502"/>
              <a:ext cx="826748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2" name="Text 147">
              <a:extLst>
                <a:ext uri="{FF2B5EF4-FFF2-40B4-BE49-F238E27FC236}">
                  <a16:creationId xmlns:a16="http://schemas.microsoft.com/office/drawing/2014/main" id="{BF0D2D40-3EB3-BD05-9561-98140F0EF335}"/>
                </a:ext>
              </a:extLst>
            </p:cNvPr>
            <p:cNvSpPr/>
            <p:nvPr/>
          </p:nvSpPr>
          <p:spPr>
            <a:xfrm>
              <a:off x="6311346" y="3771502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Por AUT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4" name="Shape 148">
              <a:extLst>
                <a:ext uri="{FF2B5EF4-FFF2-40B4-BE49-F238E27FC236}">
                  <a16:creationId xmlns:a16="http://schemas.microsoft.com/office/drawing/2014/main" id="{B4262A84-8587-816F-A3E2-699CE57363C7}"/>
                </a:ext>
              </a:extLst>
            </p:cNvPr>
            <p:cNvSpPr/>
            <p:nvPr/>
          </p:nvSpPr>
          <p:spPr>
            <a:xfrm>
              <a:off x="7138094" y="3771502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6" name="Text 149">
              <a:extLst>
                <a:ext uri="{FF2B5EF4-FFF2-40B4-BE49-F238E27FC236}">
                  <a16:creationId xmlns:a16="http://schemas.microsoft.com/office/drawing/2014/main" id="{78AD4315-E4C9-422D-EEB5-8EE3CB40CE00}"/>
                </a:ext>
              </a:extLst>
            </p:cNvPr>
            <p:cNvSpPr/>
            <p:nvPr/>
          </p:nvSpPr>
          <p:spPr>
            <a:xfrm>
              <a:off x="7138094" y="3771502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0.4–0.8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8" name="Shape 150">
              <a:extLst>
                <a:ext uri="{FF2B5EF4-FFF2-40B4-BE49-F238E27FC236}">
                  <a16:creationId xmlns:a16="http://schemas.microsoft.com/office/drawing/2014/main" id="{C57580BA-1416-BDF9-602E-BAE807091779}"/>
                </a:ext>
              </a:extLst>
            </p:cNvPr>
            <p:cNvSpPr/>
            <p:nvPr/>
          </p:nvSpPr>
          <p:spPr>
            <a:xfrm>
              <a:off x="7686447" y="3771502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0" name="Text 151">
              <a:extLst>
                <a:ext uri="{FF2B5EF4-FFF2-40B4-BE49-F238E27FC236}">
                  <a16:creationId xmlns:a16="http://schemas.microsoft.com/office/drawing/2014/main" id="{64659473-6F65-C05E-D593-95AB7763DEDC}"/>
                </a:ext>
              </a:extLst>
            </p:cNvPr>
            <p:cNvSpPr/>
            <p:nvPr/>
          </p:nvSpPr>
          <p:spPr>
            <a:xfrm>
              <a:off x="7686447" y="3771502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0.6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2" name="Shape 152">
              <a:extLst>
                <a:ext uri="{FF2B5EF4-FFF2-40B4-BE49-F238E27FC236}">
                  <a16:creationId xmlns:a16="http://schemas.microsoft.com/office/drawing/2014/main" id="{20956043-E398-7478-D144-CA46F84E8C7A}"/>
                </a:ext>
              </a:extLst>
            </p:cNvPr>
            <p:cNvSpPr/>
            <p:nvPr/>
          </p:nvSpPr>
          <p:spPr>
            <a:xfrm>
              <a:off x="4877192" y="4052211"/>
              <a:ext cx="1434154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4" name="Text 153">
              <a:extLst>
                <a:ext uri="{FF2B5EF4-FFF2-40B4-BE49-F238E27FC236}">
                  <a16:creationId xmlns:a16="http://schemas.microsoft.com/office/drawing/2014/main" id="{16A48C96-95BB-4CD0-60A3-5EC4A692BAE6}"/>
                </a:ext>
              </a:extLst>
            </p:cNvPr>
            <p:cNvSpPr/>
            <p:nvPr/>
          </p:nvSpPr>
          <p:spPr>
            <a:xfrm>
              <a:off x="4910937" y="4052211"/>
              <a:ext cx="1400409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JS </a:t>
              </a:r>
              <a:r>
                <a:rPr lang="es-CO" sz="1000" noProof="0" dirty="0" err="1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eval</a:t>
              </a:r>
              <a:r>
                <a:rPr lang="es-CO" sz="1000" noProof="0" dirty="0">
                  <a:solidFill>
                    <a:srgbClr val="1F293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+ escribir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6" name="Shape 154">
              <a:extLst>
                <a:ext uri="{FF2B5EF4-FFF2-40B4-BE49-F238E27FC236}">
                  <a16:creationId xmlns:a16="http://schemas.microsoft.com/office/drawing/2014/main" id="{18A65469-6D5E-FFFB-C396-B309E0ACB545}"/>
                </a:ext>
              </a:extLst>
            </p:cNvPr>
            <p:cNvSpPr/>
            <p:nvPr/>
          </p:nvSpPr>
          <p:spPr>
            <a:xfrm>
              <a:off x="6311346" y="4052211"/>
              <a:ext cx="826748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8" name="Text 155">
              <a:extLst>
                <a:ext uri="{FF2B5EF4-FFF2-40B4-BE49-F238E27FC236}">
                  <a16:creationId xmlns:a16="http://schemas.microsoft.com/office/drawing/2014/main" id="{DC0B0D99-886F-F7A6-BCCD-8E0AED9B34CC}"/>
                </a:ext>
              </a:extLst>
            </p:cNvPr>
            <p:cNvSpPr/>
            <p:nvPr/>
          </p:nvSpPr>
          <p:spPr>
            <a:xfrm>
              <a:off x="6311346" y="4052211"/>
              <a:ext cx="826748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i="1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Por AUT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0" name="Shape 156">
              <a:extLst>
                <a:ext uri="{FF2B5EF4-FFF2-40B4-BE49-F238E27FC236}">
                  <a16:creationId xmlns:a16="http://schemas.microsoft.com/office/drawing/2014/main" id="{939762F9-20A6-043C-DC3C-C7D0EDAF3C1D}"/>
                </a:ext>
              </a:extLst>
            </p:cNvPr>
            <p:cNvSpPr/>
            <p:nvPr/>
          </p:nvSpPr>
          <p:spPr>
            <a:xfrm>
              <a:off x="7138094" y="4052211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2" name="Text 157">
              <a:extLst>
                <a:ext uri="{FF2B5EF4-FFF2-40B4-BE49-F238E27FC236}">
                  <a16:creationId xmlns:a16="http://schemas.microsoft.com/office/drawing/2014/main" id="{5233328B-7446-1169-C741-7DFD6A18CDBF}"/>
                </a:ext>
              </a:extLst>
            </p:cNvPr>
            <p:cNvSpPr/>
            <p:nvPr/>
          </p:nvSpPr>
          <p:spPr>
            <a:xfrm>
              <a:off x="7138094" y="4052211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900" noProof="0" dirty="0">
                  <a:solidFill>
                    <a:srgbClr val="374151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1.2–3.3</a:t>
              </a:r>
              <a:endParaRPr lang="es-CO" sz="9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4" name="Shape 158">
              <a:extLst>
                <a:ext uri="{FF2B5EF4-FFF2-40B4-BE49-F238E27FC236}">
                  <a16:creationId xmlns:a16="http://schemas.microsoft.com/office/drawing/2014/main" id="{D72E9A03-389F-C207-3CCC-920CFEB5D871}"/>
                </a:ext>
              </a:extLst>
            </p:cNvPr>
            <p:cNvSpPr/>
            <p:nvPr/>
          </p:nvSpPr>
          <p:spPr>
            <a:xfrm>
              <a:off x="7686447" y="4052211"/>
              <a:ext cx="548353" cy="28071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6" name="Text 159">
              <a:extLst>
                <a:ext uri="{FF2B5EF4-FFF2-40B4-BE49-F238E27FC236}">
                  <a16:creationId xmlns:a16="http://schemas.microsoft.com/office/drawing/2014/main" id="{61734D1E-419E-F133-227D-9CF3FDC033D4}"/>
                </a:ext>
              </a:extLst>
            </p:cNvPr>
            <p:cNvSpPr/>
            <p:nvPr/>
          </p:nvSpPr>
          <p:spPr>
            <a:xfrm>
              <a:off x="7686447" y="4052211"/>
              <a:ext cx="548353" cy="280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1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2.3</a:t>
              </a:r>
              <a:endParaRPr lang="es-CO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8" name="Shape 160">
              <a:extLst>
                <a:ext uri="{FF2B5EF4-FFF2-40B4-BE49-F238E27FC236}">
                  <a16:creationId xmlns:a16="http://schemas.microsoft.com/office/drawing/2014/main" id="{27DE4ABB-3E19-D059-CC04-C14713805FE0}"/>
                </a:ext>
              </a:extLst>
            </p:cNvPr>
            <p:cNvSpPr/>
            <p:nvPr/>
          </p:nvSpPr>
          <p:spPr>
            <a:xfrm>
              <a:off x="4877192" y="4332921"/>
              <a:ext cx="3433534" cy="247685"/>
            </a:xfrm>
            <a:prstGeom prst="rect">
              <a:avLst/>
            </a:prstGeom>
            <a:solidFill>
              <a:srgbClr val="003A31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0" name="Text 161">
              <a:extLst>
                <a:ext uri="{FF2B5EF4-FFF2-40B4-BE49-F238E27FC236}">
                  <a16:creationId xmlns:a16="http://schemas.microsoft.com/office/drawing/2014/main" id="{8AB5D41A-7894-A6ED-EB8A-4125864F005E}"/>
                </a:ext>
              </a:extLst>
            </p:cNvPr>
            <p:cNvSpPr/>
            <p:nvPr/>
          </p:nvSpPr>
          <p:spPr>
            <a:xfrm>
              <a:off x="4877192" y="4332921"/>
              <a:ext cx="3433534" cy="247685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r">
                <a:buNone/>
              </a:pPr>
              <a:r>
                <a:rPr lang="es-CO" sz="10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Subtotal p05 (sin login)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2" name="Shape 162">
              <a:extLst>
                <a:ext uri="{FF2B5EF4-FFF2-40B4-BE49-F238E27FC236}">
                  <a16:creationId xmlns:a16="http://schemas.microsoft.com/office/drawing/2014/main" id="{B7158ADD-0C66-B1CF-6EF5-BA2DB5CA2D51}"/>
                </a:ext>
              </a:extLst>
            </p:cNvPr>
            <p:cNvSpPr/>
            <p:nvPr/>
          </p:nvSpPr>
          <p:spPr>
            <a:xfrm>
              <a:off x="8310726" y="4332921"/>
              <a:ext cx="548353" cy="247685"/>
            </a:xfrm>
            <a:prstGeom prst="rect">
              <a:avLst/>
            </a:prstGeom>
            <a:solidFill>
              <a:srgbClr val="991B1B"/>
            </a:solidFill>
            <a:ln w="12700">
              <a:solidFill>
                <a:srgbClr val="991B1B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4" name="Text 163">
              <a:extLst>
                <a:ext uri="{FF2B5EF4-FFF2-40B4-BE49-F238E27FC236}">
                  <a16:creationId xmlns:a16="http://schemas.microsoft.com/office/drawing/2014/main" id="{498F9547-8320-469C-6EE7-52F0A829A665}"/>
                </a:ext>
              </a:extLst>
            </p:cNvPr>
            <p:cNvSpPr/>
            <p:nvPr/>
          </p:nvSpPr>
          <p:spPr>
            <a:xfrm>
              <a:off x="8310726" y="4332921"/>
              <a:ext cx="548353" cy="247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2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24.8 s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5557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B7F8-7F99-2BB4-6486-1143EFC6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4;p7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9CE8CC0D-4799-F66A-2292-FCCF6918BA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4488"/>
          <a:stretch>
            <a:fillRect/>
          </a:stretch>
        </p:blipFill>
        <p:spPr>
          <a:xfrm>
            <a:off x="33053" y="0"/>
            <a:ext cx="85457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1DEE12E-5B38-E4F9-A5E3-1B6840AFDDC0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Resultados en el proceso (log)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537E6E86-5CC4-702F-55A6-6B728217776E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E0573D-A32A-AE62-9C7F-2460E9217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6" y="0"/>
            <a:ext cx="716237" cy="833358"/>
          </a:xfrm>
          <a:prstGeom prst="rect">
            <a:avLst/>
          </a:prstGeom>
        </p:spPr>
      </p:pic>
      <p:graphicFrame>
        <p:nvGraphicFramePr>
          <p:cNvPr id="55" name="Tabla 54">
            <a:extLst>
              <a:ext uri="{FF2B5EF4-FFF2-40B4-BE49-F238E27FC236}">
                <a16:creationId xmlns:a16="http://schemas.microsoft.com/office/drawing/2014/main" id="{C2454B0B-E8E3-AC20-E79D-D0A656106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25943"/>
              </p:ext>
            </p:extLst>
          </p:nvPr>
        </p:nvGraphicFramePr>
        <p:xfrm>
          <a:off x="839486" y="942769"/>
          <a:ext cx="78867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83722685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157586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Escenario</a:t>
                      </a:r>
                    </a:p>
                  </a:txBody>
                  <a:tcPr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Tiempo total</a:t>
                      </a:r>
                    </a:p>
                  </a:txBody>
                  <a:tcPr anchor="ctr">
                    <a:solidFill>
                      <a:srgbClr val="003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4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Primera autorización (incluye login + sede)</a:t>
                      </a: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~46–52 segundos</a:t>
                      </a:r>
                      <a:endParaRPr lang="es-CO" sz="1200" noProof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372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Autorizaciones 2 en adelante (sesión activa)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~28–35 segundos</a:t>
                      </a:r>
                      <a:endParaRPr lang="es-CO" sz="1200" noProof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79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Promedio real por autorización</a:t>
                      </a:r>
                      <a:endParaRPr lang="es-CO" sz="1200" noProof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~35 segundos</a:t>
                      </a:r>
                      <a:endParaRPr lang="es-CO" sz="1200" noProof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493779"/>
                  </a:ext>
                </a:extLst>
              </a:tr>
            </a:tbl>
          </a:graphicData>
        </a:graphic>
      </p:graphicFrame>
      <p:graphicFrame>
        <p:nvGraphicFramePr>
          <p:cNvPr id="57" name="Tabla 56">
            <a:extLst>
              <a:ext uri="{FF2B5EF4-FFF2-40B4-BE49-F238E27FC236}">
                <a16:creationId xmlns:a16="http://schemas.microsoft.com/office/drawing/2014/main" id="{A7736A12-A944-A62D-8AF5-2AC6E2034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099358"/>
              </p:ext>
            </p:extLst>
          </p:nvPr>
        </p:nvGraphicFramePr>
        <p:xfrm>
          <a:off x="2773680" y="2501472"/>
          <a:ext cx="4191000" cy="120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3018079877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415184311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95141125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4120544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Pacientes</a:t>
                      </a:r>
                      <a:endParaRPr lang="es-CO" sz="1100" b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OCR</a:t>
                      </a:r>
                      <a:endParaRPr lang="es-CO" sz="1100" b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Web</a:t>
                      </a:r>
                      <a:endParaRPr lang="es-CO" sz="1100" b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aproximado</a:t>
                      </a:r>
                      <a:endParaRPr lang="es-CO" sz="1100" b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003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426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~1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~5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~6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0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~3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~15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~18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397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~5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~25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~30 min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97111"/>
                  </a:ext>
                </a:extLst>
              </a:tr>
            </a:tbl>
          </a:graphicData>
        </a:graphic>
      </p:graphicFrame>
      <p:sp>
        <p:nvSpPr>
          <p:cNvPr id="61" name="Shape 21">
            <a:extLst>
              <a:ext uri="{FF2B5EF4-FFF2-40B4-BE49-F238E27FC236}">
                <a16:creationId xmlns:a16="http://schemas.microsoft.com/office/drawing/2014/main" id="{4E5654FB-CFB7-9830-8D53-45EA53951031}"/>
              </a:ext>
            </a:extLst>
          </p:cNvPr>
          <p:cNvSpPr/>
          <p:nvPr/>
        </p:nvSpPr>
        <p:spPr>
          <a:xfrm>
            <a:off x="365760" y="4041648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EBF1E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3359758D-B2F3-C378-BD5E-9E9C820ACA3D}"/>
              </a:ext>
            </a:extLst>
          </p:cNvPr>
          <p:cNvSpPr/>
          <p:nvPr/>
        </p:nvSpPr>
        <p:spPr>
          <a:xfrm>
            <a:off x="548640" y="4078224"/>
            <a:ext cx="2011680" cy="365760"/>
          </a:xfrm>
          <a:prstGeom prst="rect">
            <a:avLst/>
          </a:prstGeom>
          <a:solidFill>
            <a:srgbClr val="EBF1E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200" b="1" noProof="0" dirty="0">
                <a:solidFill>
                  <a:srgbClr val="0D9488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Cuello de botella:</a:t>
            </a:r>
            <a:endParaRPr lang="es-CO" sz="12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1" name="Text 23">
            <a:extLst>
              <a:ext uri="{FF2B5EF4-FFF2-40B4-BE49-F238E27FC236}">
                <a16:creationId xmlns:a16="http://schemas.microsoft.com/office/drawing/2014/main" id="{72CDE577-190F-EAA6-B67B-499A44EA9E38}"/>
              </a:ext>
            </a:extLst>
          </p:cNvPr>
          <p:cNvSpPr/>
          <p:nvPr/>
        </p:nvSpPr>
        <p:spPr>
          <a:xfrm>
            <a:off x="2560320" y="4078224"/>
            <a:ext cx="6035040" cy="365760"/>
          </a:xfrm>
          <a:prstGeom prst="rect">
            <a:avLst/>
          </a:prstGeom>
          <a:solidFill>
            <a:srgbClr val="EBF1E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1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16 </a:t>
            </a:r>
            <a:r>
              <a:rPr lang="es-CO" sz="11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r>
              <a:rPr lang="es-CO" sz="11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de esperas fijas en p05 (</a:t>
            </a:r>
            <a:r>
              <a:rPr lang="es-CO" sz="11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timeouts</a:t>
            </a:r>
            <a:r>
              <a:rPr lang="es-CO" sz="11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s-CO" sz="11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popups</a:t>
            </a:r>
            <a:r>
              <a:rPr lang="es-CO" sz="11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+ pausas </a:t>
            </a:r>
            <a:r>
              <a:rPr lang="es-CO" sz="11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hardcoded</a:t>
            </a:r>
            <a:r>
              <a:rPr lang="es-CO" sz="11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 del portal </a:t>
            </a:r>
            <a:r>
              <a:rPr lang="es-CO" sz="1100" noProof="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SaludTotal</a:t>
            </a:r>
            <a:r>
              <a:rPr lang="es-CO" sz="1100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CO" sz="1100" noProof="0" dirty="0"/>
          </a:p>
        </p:txBody>
      </p:sp>
      <p:sp>
        <p:nvSpPr>
          <p:cNvPr id="455" name="Text 24">
            <a:extLst>
              <a:ext uri="{FF2B5EF4-FFF2-40B4-BE49-F238E27FC236}">
                <a16:creationId xmlns:a16="http://schemas.microsoft.com/office/drawing/2014/main" id="{80E595F9-157E-BE15-048B-388A0CECD543}"/>
              </a:ext>
            </a:extLst>
          </p:cNvPr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EBF1E9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1000" i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La IA (GPT-4o Vision) solo consume ~5 s · El resto es latencia del portal web de la EPS</a:t>
            </a:r>
            <a:endParaRPr lang="es-CO" sz="1000" noProof="0" dirty="0"/>
          </a:p>
        </p:txBody>
      </p:sp>
    </p:spTree>
    <p:extLst>
      <p:ext uri="{BB962C8B-B14F-4D97-AF65-F5344CB8AC3E}">
        <p14:creationId xmlns:p14="http://schemas.microsoft.com/office/powerpoint/2010/main" val="4026648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95FF-4CE7-639A-DF2C-EDA86ABC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4;p7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3E88D14E-E919-3C9F-CE45-349CC0EC74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4488"/>
          <a:stretch>
            <a:fillRect/>
          </a:stretch>
        </p:blipFill>
        <p:spPr>
          <a:xfrm>
            <a:off x="33053" y="0"/>
            <a:ext cx="85457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E4D2104-D6CD-053A-1557-0EE54DB2A40F}"/>
              </a:ext>
            </a:extLst>
          </p:cNvPr>
          <p:cNvSpPr/>
          <p:nvPr/>
        </p:nvSpPr>
        <p:spPr>
          <a:xfrm>
            <a:off x="839486" y="30268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Resultados en el proceso</a:t>
            </a:r>
          </a:p>
          <a:p>
            <a:pPr marL="0" indent="0">
              <a:buNone/>
            </a:pPr>
            <a:endParaRPr lang="es-CO" sz="3000" b="1" noProof="0" dirty="0">
              <a:solidFill>
                <a:srgbClr val="111827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F28309C7-E567-C6B8-CD11-A3344CCD4F13}"/>
              </a:ext>
            </a:extLst>
          </p:cNvPr>
          <p:cNvSpPr/>
          <p:nvPr/>
        </p:nvSpPr>
        <p:spPr>
          <a:xfrm flipV="1">
            <a:off x="720913" y="644999"/>
            <a:ext cx="7772401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2055E2-9C08-A4FA-CB0F-FFF272365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6" y="0"/>
            <a:ext cx="716237" cy="83335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3083A3E-B717-A265-08D1-0D568E512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628552"/>
              </p:ext>
            </p:extLst>
          </p:nvPr>
        </p:nvGraphicFramePr>
        <p:xfrm>
          <a:off x="852236" y="1029737"/>
          <a:ext cx="8162224" cy="26147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91744">
                  <a:extLst>
                    <a:ext uri="{9D8B030D-6E8A-4147-A177-3AD203B41FA5}">
                      <a16:colId xmlns:a16="http://schemas.microsoft.com/office/drawing/2014/main" val="2215982753"/>
                    </a:ext>
                  </a:extLst>
                </a:gridCol>
                <a:gridCol w="2106338">
                  <a:extLst>
                    <a:ext uri="{9D8B030D-6E8A-4147-A177-3AD203B41FA5}">
                      <a16:colId xmlns:a16="http://schemas.microsoft.com/office/drawing/2014/main" val="163336556"/>
                    </a:ext>
                  </a:extLst>
                </a:gridCol>
                <a:gridCol w="1890655">
                  <a:extLst>
                    <a:ext uri="{9D8B030D-6E8A-4147-A177-3AD203B41FA5}">
                      <a16:colId xmlns:a16="http://schemas.microsoft.com/office/drawing/2014/main" val="1449993400"/>
                    </a:ext>
                  </a:extLst>
                </a:gridCol>
                <a:gridCol w="1273487">
                  <a:extLst>
                    <a:ext uri="{9D8B030D-6E8A-4147-A177-3AD203B41FA5}">
                      <a16:colId xmlns:a16="http://schemas.microsoft.com/office/drawing/2014/main" val="1365853768"/>
                    </a:ext>
                  </a:extLst>
                </a:gridCol>
              </a:tblGrid>
              <a:tr h="3793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Descripción </a:t>
                      </a:r>
                      <a:endParaRPr lang="es-CO" sz="1100" b="0" i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Manual</a:t>
                      </a:r>
                      <a:endParaRPr lang="es-CO" sz="1100" b="0" i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Automático</a:t>
                      </a:r>
                      <a:endParaRPr lang="es-CO" sz="1100" b="0" i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003A3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100" b="0" kern="1200" noProof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Mejora Estimada</a:t>
                      </a:r>
                      <a:endParaRPr lang="es-CO" sz="1100" b="0" i="0" kern="1200" noProof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003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904371"/>
                  </a:ext>
                </a:extLst>
              </a:tr>
              <a:tr h="382855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Capacidad de autorizaciones al mes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~6.600 AUT (300/día × 22 días) 4 personas 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</a:t>
                      </a: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18.000 AUT (822/día × 22 días) 1 robot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i="0" u="none" kern="1200" noProof="0" dirty="0">
                          <a:solidFill>
                            <a:srgbClr val="003A31"/>
                          </a:solidFill>
                          <a:effectLst/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+173% </a:t>
                      </a:r>
                    </a:p>
                  </a:txBody>
                  <a:tcPr marL="68580" marR="68580" marT="34291" marB="34291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058864"/>
                  </a:ext>
                </a:extLst>
              </a:tr>
              <a:tr h="260138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TMO por </a:t>
                      </a: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autorización</a:t>
                      </a: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 (minutos)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35 </a:t>
                      </a:r>
                      <a:r>
                        <a:rPr lang="es-CO" sz="1100" b="1" i="0" kern="1200" noProof="0" dirty="0" err="1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seg</a:t>
                      </a:r>
                      <a:endParaRPr lang="es-CO" sz="1100" b="1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marT="34290" marB="3429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kern="1200" noProof="0" dirty="0">
                          <a:solidFill>
                            <a:srgbClr val="003A3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10x más </a:t>
                      </a:r>
                      <a:r>
                        <a:rPr lang="es-CO" sz="1100" b="1" u="none" kern="1200" noProof="0" dirty="0" err="1">
                          <a:solidFill>
                            <a:srgbClr val="003A3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rapido</a:t>
                      </a:r>
                      <a:endParaRPr lang="es-CO" sz="1100" b="1" i="0" u="none" kern="1200" noProof="0" dirty="0">
                        <a:solidFill>
                          <a:srgbClr val="003A31"/>
                        </a:solidFill>
                        <a:effectLst/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525243"/>
                  </a:ext>
                </a:extLst>
              </a:tr>
              <a:tr h="379378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Disponibilidad</a:t>
                      </a: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 24/7 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</a:t>
                      </a:r>
                      <a:b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(Horario laboral)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</a:t>
                      </a:r>
                      <a:br>
                        <a:rPr lang="es-CO" sz="1100" b="1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s-CO" sz="1100" b="1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(Siempre disponible)</a:t>
                      </a:r>
                      <a:endParaRPr lang="es-CO" sz="1100" b="1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b="1" u="none" kern="1200" noProof="0" dirty="0">
                          <a:solidFill>
                            <a:srgbClr val="003A3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100%</a:t>
                      </a:r>
                      <a:endParaRPr lang="es-CO" sz="1100" b="1" i="0" u="none" kern="1200" noProof="0" dirty="0">
                        <a:solidFill>
                          <a:srgbClr val="003A31"/>
                        </a:solidFill>
                        <a:effectLst/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50782"/>
                  </a:ext>
                </a:extLst>
              </a:tr>
              <a:tr h="379378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Trazabilidad</a:t>
                      </a: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 completa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Parcial</a:t>
                      </a:r>
                      <a:b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</a:br>
                      <a:r>
                        <a:rPr lang="es-CO" sz="1100" b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(Notas manuales)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100%</a:t>
                      </a:r>
                      <a:b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</a:b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(</a:t>
                      </a:r>
                      <a:r>
                        <a:rPr lang="es-CO" sz="1100" b="1" i="0" kern="1200" noProof="0" dirty="0" err="1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log+exel</a:t>
                      </a: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 auditado)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b="1" u="none" kern="1200" noProof="0" dirty="0">
                          <a:solidFill>
                            <a:srgbClr val="003A3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100%</a:t>
                      </a:r>
                      <a:endParaRPr lang="es-CO" sz="1100" b="1" i="0" u="none" kern="1200" noProof="0" dirty="0">
                        <a:solidFill>
                          <a:srgbClr val="003A31"/>
                        </a:solidFill>
                        <a:effectLst/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439113"/>
                  </a:ext>
                </a:extLst>
              </a:tr>
              <a:tr h="694335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Proceso asistido</a:t>
                      </a:r>
                      <a:endParaRPr lang="es-CO" sz="1100" b="0" i="0" kern="1200" noProof="0" dirty="0">
                        <a:solidFill>
                          <a:srgbClr val="003A31"/>
                        </a:solidFill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4 personas tiempo completo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0 personas</a:t>
                      </a:r>
                      <a:b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</a:br>
                      <a:r>
                        <a:rPr lang="es-CO" sz="1100" b="1" i="0" kern="1200" noProof="0" dirty="0">
                          <a:solidFill>
                            <a:srgbClr val="003A31"/>
                          </a:solidFill>
                          <a:latin typeface="Poppins" panose="00000500000000000000" pitchFamily="2" charset="0"/>
                          <a:ea typeface="+mj-ea"/>
                          <a:cs typeface="Poppins" panose="00000500000000000000" pitchFamily="2" charset="0"/>
                        </a:rPr>
                        <a:t>(solo supervisión)</a:t>
                      </a:r>
                    </a:p>
                  </a:txBody>
                  <a:tcPr marL="68580" marR="68580" marT="34290" marB="34290" anchor="ctr"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b="1" i="0" u="none" kern="1200" noProof="0" dirty="0">
                          <a:solidFill>
                            <a:srgbClr val="003A3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 FTE liberados para otras tareas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100" b="1" i="0" u="none" kern="1200" noProof="0" dirty="0">
                        <a:solidFill>
                          <a:srgbClr val="003A31"/>
                        </a:solidFill>
                        <a:effectLst/>
                        <a:latin typeface="Poppins" panose="00000500000000000000" pitchFamily="2" charset="0"/>
                        <a:ea typeface="+mj-ea"/>
                        <a:cs typeface="Poppins" panose="00000500000000000000" pitchFamily="2" charset="0"/>
                      </a:endParaRPr>
                    </a:p>
                  </a:txBody>
                  <a:tcPr marL="68580" marR="68580" marT="34291" marB="34291" anchor="ctr"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36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857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5D868-78D5-9C01-D133-81E1F0EA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5CAA344E-CBF1-0366-99EF-4C4C5253DC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5FE1617-A503-19B4-4F64-509D9BBBB9E9}"/>
              </a:ext>
            </a:extLst>
          </p:cNvPr>
          <p:cNvSpPr/>
          <p:nvPr/>
        </p:nvSpPr>
        <p:spPr>
          <a:xfrm>
            <a:off x="166160" y="248617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4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PROCESOS</a:t>
            </a:r>
            <a:br>
              <a:rPr lang="es-CO" sz="24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CO" sz="24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 INTERACCIONES 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DF514A1E-09E5-CE16-61E1-A55E2AA80ECE}"/>
              </a:ext>
            </a:extLst>
          </p:cNvPr>
          <p:cNvSpPr/>
          <p:nvPr/>
        </p:nvSpPr>
        <p:spPr>
          <a:xfrm flipV="1">
            <a:off x="261796" y="936061"/>
            <a:ext cx="2671903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ED9C18-9E39-FAF6-EAC2-741191082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89" y="1076563"/>
            <a:ext cx="4206908" cy="395213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21C5812-50BB-F087-2553-60827C0BD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086" y="0"/>
            <a:ext cx="716237" cy="83335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CE469D5-638A-BB81-912E-49F5BD71A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076563"/>
            <a:ext cx="3942209" cy="331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87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3E395-9338-686D-DCCD-18AC4A59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407;p11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48516B70-6AAF-4C85-DC87-014337ECC0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" r="33645"/>
          <a:stretch>
            <a:fillRect/>
          </a:stretch>
        </p:blipFill>
        <p:spPr>
          <a:xfrm rot="16200000">
            <a:off x="5276216" y="1239644"/>
            <a:ext cx="5143501" cy="2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5006F8E-EB49-B3C3-80E5-565C4208FB72}"/>
              </a:ext>
            </a:extLst>
          </p:cNvPr>
          <p:cNvSpPr/>
          <p:nvPr/>
        </p:nvSpPr>
        <p:spPr>
          <a:xfrm>
            <a:off x="166160" y="248617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400" b="1" noProof="0" dirty="0">
                <a:solidFill>
                  <a:srgbClr val="11182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ESTRUCTURA DEL PROYECTO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AA9E3663-1A9D-EC06-714B-2EE0BCBBC577}"/>
              </a:ext>
            </a:extLst>
          </p:cNvPr>
          <p:cNvSpPr/>
          <p:nvPr/>
        </p:nvSpPr>
        <p:spPr>
          <a:xfrm flipV="1">
            <a:off x="271289" y="766087"/>
            <a:ext cx="4310204" cy="45719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0C6C74-7CBB-4255-27A2-A8B1CDFF6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6" y="0"/>
            <a:ext cx="716237" cy="833358"/>
          </a:xfrm>
          <a:prstGeom prst="rect">
            <a:avLst/>
          </a:prstGeom>
        </p:spPr>
      </p:pic>
      <p:grpSp>
        <p:nvGrpSpPr>
          <p:cNvPr id="40" name="Grupo 39">
            <a:extLst>
              <a:ext uri="{FF2B5EF4-FFF2-40B4-BE49-F238E27FC236}">
                <a16:creationId xmlns:a16="http://schemas.microsoft.com/office/drawing/2014/main" id="{92FDBDF9-D9E5-414A-AEE4-1B990901DBE4}"/>
              </a:ext>
            </a:extLst>
          </p:cNvPr>
          <p:cNvGrpSpPr/>
          <p:nvPr/>
        </p:nvGrpSpPr>
        <p:grpSpPr>
          <a:xfrm>
            <a:off x="280358" y="888697"/>
            <a:ext cx="7844028" cy="3767328"/>
            <a:chOff x="347472" y="804672"/>
            <a:chExt cx="8549640" cy="4041648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491472FB-2B5B-E006-35E1-0AF4F3418D6A}"/>
                </a:ext>
              </a:extLst>
            </p:cNvPr>
            <p:cNvSpPr/>
            <p:nvPr/>
          </p:nvSpPr>
          <p:spPr>
            <a:xfrm>
              <a:off x="347472" y="804672"/>
              <a:ext cx="4709160" cy="4041648"/>
            </a:xfrm>
            <a:prstGeom prst="roundRect">
              <a:avLst>
                <a:gd name="adj" fmla="val 2715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94358B4D-33EE-F7F6-15C9-405DD4B82F05}"/>
                </a:ext>
              </a:extLst>
            </p:cNvPr>
            <p:cNvSpPr/>
            <p:nvPr/>
          </p:nvSpPr>
          <p:spPr>
            <a:xfrm>
              <a:off x="502920" y="896112"/>
              <a:ext cx="44074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000" b="1" noProof="0" dirty="0">
                  <a:solidFill>
                    <a:srgbClr val="94A3B8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RPA_IA_SANTA_LUCIA/</a:t>
              </a:r>
              <a:endParaRPr lang="es-CO" sz="10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EA4D0748-01BC-E542-8188-9F354115F18F}"/>
                </a:ext>
              </a:extLst>
            </p:cNvPr>
            <p:cNvSpPr/>
            <p:nvPr/>
          </p:nvSpPr>
          <p:spPr>
            <a:xfrm>
              <a:off x="502920" y="1280160"/>
              <a:ext cx="4434840" cy="34015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RPA_IA_SANTA_LUCIA/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main.py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</a:t>
              </a:r>
              <a:r>
                <a:rPr lang="es-CO" sz="980" noProof="0" dirty="0" err="1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config.yaml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.</a:t>
              </a:r>
              <a:r>
                <a:rPr lang="es-CO" sz="980" noProof="0" dirty="0" err="1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env</a:t>
              </a:r>
              <a:endParaRPr lang="es-CO" sz="980" noProof="0" dirty="0">
                <a:solidFill>
                  <a:srgbClr val="7DD3FC"/>
                </a:solidFill>
                <a:latin typeface="Poppins" panose="00000500000000000000" pitchFamily="2" charset="0"/>
                <a:ea typeface="Courier New" pitchFamily="34" charset="-122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requirements.txt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README.md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DOCUMENTACION.md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├── </a:t>
              </a:r>
              <a:r>
                <a:rPr lang="es-CO" sz="980" noProof="0" dirty="0" err="1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processes</a:t>
              </a: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/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│   ├── p01_listar_pdfs.py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│   ├── p02_ocr_ia.py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│   ├── p03_excel.py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│   ├── p04_mover_archivos.py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│   └── p05_navegacion_web.py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└── </a:t>
              </a:r>
              <a:r>
                <a:rPr lang="es-CO" sz="980" noProof="0" dirty="0" err="1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utils</a:t>
              </a: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/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s-CO" sz="980" noProof="0" dirty="0">
                  <a:solidFill>
                    <a:srgbClr val="7DD3FC"/>
                  </a:solidFill>
                  <a:latin typeface="Poppins" panose="00000500000000000000" pitchFamily="2" charset="0"/>
                  <a:ea typeface="Courier New" pitchFamily="34" charset="-122"/>
                  <a:cs typeface="Poppins" panose="00000500000000000000" pitchFamily="2" charset="0"/>
                </a:rPr>
                <a:t>      └── logger.py</a:t>
              </a:r>
              <a:endParaRPr lang="es-CO" sz="98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17582955-51A2-E648-6A28-1BF09653090D}"/>
                </a:ext>
              </a:extLst>
            </p:cNvPr>
            <p:cNvSpPr/>
            <p:nvPr/>
          </p:nvSpPr>
          <p:spPr>
            <a:xfrm>
              <a:off x="5257800" y="822960"/>
              <a:ext cx="35661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30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Documentación incluida:</a:t>
              </a:r>
              <a:endParaRPr lang="es-CO" sz="13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9A4F69CD-256F-C9DF-2647-7787248FDCB1}"/>
                </a:ext>
              </a:extLst>
            </p:cNvPr>
            <p:cNvSpPr/>
            <p:nvPr/>
          </p:nvSpPr>
          <p:spPr>
            <a:xfrm>
              <a:off x="5193792" y="1243584"/>
              <a:ext cx="3703320" cy="749808"/>
            </a:xfrm>
            <a:prstGeom prst="roundRect">
              <a:avLst>
                <a:gd name="adj" fmla="val 1219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442DD8D7-D401-2C7B-5AD4-CF4D4888F5E6}"/>
                </a:ext>
              </a:extLst>
            </p:cNvPr>
            <p:cNvSpPr/>
            <p:nvPr/>
          </p:nvSpPr>
          <p:spPr>
            <a:xfrm>
              <a:off x="5349240" y="1316736"/>
              <a:ext cx="34290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📖  README.md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A9B94E97-71EE-0DBA-000F-67667BA5D3F0}"/>
                </a:ext>
              </a:extLst>
            </p:cNvPr>
            <p:cNvSpPr/>
            <p:nvPr/>
          </p:nvSpPr>
          <p:spPr>
            <a:xfrm>
              <a:off x="5349240" y="1627632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Instalación,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stack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, tabla 12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cols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, despliegue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Shape 9">
              <a:extLst>
                <a:ext uri="{FF2B5EF4-FFF2-40B4-BE49-F238E27FC236}">
                  <a16:creationId xmlns:a16="http://schemas.microsoft.com/office/drawing/2014/main" id="{62522F6E-ACA7-B76F-C960-61171C4DACC9}"/>
                </a:ext>
              </a:extLst>
            </p:cNvPr>
            <p:cNvSpPr/>
            <p:nvPr/>
          </p:nvSpPr>
          <p:spPr>
            <a:xfrm>
              <a:off x="5193792" y="2103120"/>
              <a:ext cx="3703320" cy="749808"/>
            </a:xfrm>
            <a:prstGeom prst="roundRect">
              <a:avLst>
                <a:gd name="adj" fmla="val 1219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142B8213-474D-015E-CBEF-D017C72F671C}"/>
                </a:ext>
              </a:extLst>
            </p:cNvPr>
            <p:cNvSpPr/>
            <p:nvPr/>
          </p:nvSpPr>
          <p:spPr>
            <a:xfrm>
              <a:off x="5349240" y="2176272"/>
              <a:ext cx="34290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📚  DOCUMENTACION.md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6321681D-A83D-5B69-F1C5-4C0FC2CB0E11}"/>
                </a:ext>
              </a:extLst>
            </p:cNvPr>
            <p:cNvSpPr/>
            <p:nvPr/>
          </p:nvSpPr>
          <p:spPr>
            <a:xfrm>
              <a:off x="5349240" y="2487168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11 secciones: arquitectura, módulos, seguridad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37B61474-B277-A399-59B5-CC87C91D0AA9}"/>
                </a:ext>
              </a:extLst>
            </p:cNvPr>
            <p:cNvSpPr/>
            <p:nvPr/>
          </p:nvSpPr>
          <p:spPr>
            <a:xfrm>
              <a:off x="5193792" y="2962656"/>
              <a:ext cx="3703320" cy="749808"/>
            </a:xfrm>
            <a:prstGeom prst="roundRect">
              <a:avLst>
                <a:gd name="adj" fmla="val 1219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 13">
              <a:extLst>
                <a:ext uri="{FF2B5EF4-FFF2-40B4-BE49-F238E27FC236}">
                  <a16:creationId xmlns:a16="http://schemas.microsoft.com/office/drawing/2014/main" id="{530DE7F2-E0FC-71EE-CA50-8765605DD47D}"/>
                </a:ext>
              </a:extLst>
            </p:cNvPr>
            <p:cNvSpPr/>
            <p:nvPr/>
          </p:nvSpPr>
          <p:spPr>
            <a:xfrm>
              <a:off x="5349240" y="3035808"/>
              <a:ext cx="34290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💬  </a:t>
              </a:r>
              <a:r>
                <a:rPr lang="es-CO" sz="1150" b="1" noProof="0" dirty="0" err="1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Docstrings</a:t>
              </a: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Google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617F8723-3965-25D3-456F-B2258B0C8DE8}"/>
                </a:ext>
              </a:extLst>
            </p:cNvPr>
            <p:cNvSpPr/>
            <p:nvPr/>
          </p:nvSpPr>
          <p:spPr>
            <a:xfrm>
              <a:off x="5349240" y="3346704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Args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/ </a:t>
              </a: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Returns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 / Raises en todos los módulos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E9B0D7E6-C97A-0415-CA4E-13AC01326558}"/>
                </a:ext>
              </a:extLst>
            </p:cNvPr>
            <p:cNvSpPr/>
            <p:nvPr/>
          </p:nvSpPr>
          <p:spPr>
            <a:xfrm>
              <a:off x="5193792" y="3822192"/>
              <a:ext cx="3703320" cy="749808"/>
            </a:xfrm>
            <a:prstGeom prst="roundRect">
              <a:avLst>
                <a:gd name="adj" fmla="val 12195"/>
              </a:avLst>
            </a:prstGeom>
            <a:solidFill>
              <a:srgbClr val="EFF6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6F89EB91-B494-91F8-4753-9ADCF6BEAABE}"/>
                </a:ext>
              </a:extLst>
            </p:cNvPr>
            <p:cNvSpPr/>
            <p:nvPr/>
          </p:nvSpPr>
          <p:spPr>
            <a:xfrm>
              <a:off x="5349240" y="3895344"/>
              <a:ext cx="34290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150" b="1" noProof="0" dirty="0">
                  <a:solidFill>
                    <a:srgbClr val="1A3557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📦  GitHub público</a:t>
              </a:r>
              <a:endParaRPr lang="es-CO" sz="11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F78C53C7-1F8F-7288-AF75-E0609733438A}"/>
                </a:ext>
              </a:extLst>
            </p:cNvPr>
            <p:cNvSpPr/>
            <p:nvPr/>
          </p:nvSpPr>
          <p:spPr>
            <a:xfrm>
              <a:off x="5349240" y="4206240"/>
              <a:ext cx="3429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950" noProof="0" dirty="0" err="1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briandplata</a:t>
              </a:r>
              <a:r>
                <a:rPr lang="es-CO" sz="950" noProof="0" dirty="0">
                  <a:solidFill>
                    <a:srgbClr val="64748B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/RPA_IA_SANTA_LUCIA + Releases</a:t>
              </a:r>
              <a:endParaRPr lang="es-CO" sz="9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3485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64E3B"/>
          </a:solidFill>
          <a:ln/>
        </p:spPr>
        <p:txBody>
          <a:bodyPr/>
          <a:lstStyle/>
          <a:p>
            <a:endParaRPr lang="es-CO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 0" descr="/home/claude/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1737360" cy="1956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Poppins" panose="00000500000000000000" pitchFamily="2" charset="0"/>
                <a:ea typeface="Century Schoolbook" pitchFamily="34" charset="-122"/>
                <a:cs typeface="Poppins" panose="00000500000000000000" pitchFamily="2" charset="0"/>
              </a:rPr>
              <a:t>RESULTADOS DEL MASTER IA</a:t>
            </a:r>
            <a:endParaRPr lang="es-CO" sz="28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O" sz="1200" noProof="0" dirty="0">
                <a:solidFill>
                  <a:srgbClr val="A7F3D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RPA + IA</a:t>
            </a:r>
            <a:endParaRPr lang="es-CO" sz="12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F22CDC4A-3EEC-4244-B5BF-D9F8B2C50AE3}"/>
              </a:ext>
            </a:extLst>
          </p:cNvPr>
          <p:cNvGrpSpPr/>
          <p:nvPr/>
        </p:nvGrpSpPr>
        <p:grpSpPr>
          <a:xfrm>
            <a:off x="3898588" y="71962"/>
            <a:ext cx="2635576" cy="1768866"/>
            <a:chOff x="3840480" y="315468"/>
            <a:chExt cx="1993392" cy="3520440"/>
          </a:xfrm>
        </p:grpSpPr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6B316518-A541-9791-42C2-36E267A7BCDE}"/>
                </a:ext>
              </a:extLst>
            </p:cNvPr>
            <p:cNvSpPr/>
            <p:nvPr/>
          </p:nvSpPr>
          <p:spPr>
            <a:xfrm>
              <a:off x="3840480" y="315468"/>
              <a:ext cx="1993392" cy="3520440"/>
            </a:xfrm>
            <a:prstGeom prst="roundRect">
              <a:avLst>
                <a:gd name="adj" fmla="val 5505"/>
              </a:avLst>
            </a:prstGeom>
            <a:solidFill>
              <a:srgbClr val="003A31"/>
            </a:solidFill>
            <a:ln w="2286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solidFill>
                  <a:srgbClr val="EBF1E9"/>
                </a:solidFill>
              </a:endParaRPr>
            </a:p>
          </p:txBody>
        </p: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84FDF2CF-8811-BD9E-57A2-AC0491879C1A}"/>
                </a:ext>
              </a:extLst>
            </p:cNvPr>
            <p:cNvSpPr/>
            <p:nvPr/>
          </p:nvSpPr>
          <p:spPr>
            <a:xfrm>
              <a:off x="3886200" y="406908"/>
              <a:ext cx="1901952" cy="640080"/>
            </a:xfrm>
            <a:prstGeom prst="rect">
              <a:avLst/>
            </a:prstGeom>
            <a:noFill/>
            <a:ln/>
          </p:spPr>
          <p:txBody>
            <a:bodyPr wrap="square" lIns="101600" tIns="101600" rIns="101600" bIns="101600" rtlCol="0" anchor="t"/>
            <a:lstStyle/>
            <a:p>
              <a:pPr marL="0" indent="0" algn="r">
                <a:buNone/>
              </a:pPr>
              <a:r>
                <a:rPr lang="es-CO" sz="4400" b="1" noProof="0" dirty="0">
                  <a:solidFill>
                    <a:srgbClr val="EBF1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s-CO" sz="4400" noProof="0" dirty="0">
                <a:solidFill>
                  <a:srgbClr val="EBF1E9"/>
                </a:solidFill>
              </a:endParaRPr>
            </a:p>
          </p:txBody>
        </p:sp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F9ADE62A-A4ED-1E70-E8E1-457020241E1F}"/>
                </a:ext>
              </a:extLst>
            </p:cNvPr>
            <p:cNvSpPr/>
            <p:nvPr/>
          </p:nvSpPr>
          <p:spPr>
            <a:xfrm>
              <a:off x="4023360" y="1092708"/>
              <a:ext cx="502920" cy="4572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33" name="Text 4">
              <a:extLst>
                <a:ext uri="{FF2B5EF4-FFF2-40B4-BE49-F238E27FC236}">
                  <a16:creationId xmlns:a16="http://schemas.microsoft.com/office/drawing/2014/main" id="{E075B3F2-4798-9A12-8D2C-8D74220A3FD9}"/>
                </a:ext>
              </a:extLst>
            </p:cNvPr>
            <p:cNvSpPr/>
            <p:nvPr/>
          </p:nvSpPr>
          <p:spPr>
            <a:xfrm>
              <a:off x="3968496" y="1184148"/>
              <a:ext cx="1810512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30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RCTF</a:t>
              </a:r>
              <a:endParaRPr lang="es-CO" sz="3000" noProof="0" dirty="0"/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94AF011E-025F-456D-7213-5976EB09027E}"/>
                </a:ext>
              </a:extLst>
            </p:cNvPr>
            <p:cNvSpPr/>
            <p:nvPr/>
          </p:nvSpPr>
          <p:spPr>
            <a:xfrm>
              <a:off x="3968496" y="1979676"/>
              <a:ext cx="1792224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 idioma que</a:t>
              </a:r>
              <a:endParaRPr lang="es-CO" sz="1350" noProof="0" dirty="0"/>
            </a:p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 desbloquea todo</a:t>
              </a:r>
              <a:endParaRPr lang="es-CO" sz="1350" noProof="0" dirty="0"/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1BCE8BE1-E9AE-04E3-C67D-8A1FDF69452A}"/>
              </a:ext>
            </a:extLst>
          </p:cNvPr>
          <p:cNvGrpSpPr/>
          <p:nvPr/>
        </p:nvGrpSpPr>
        <p:grpSpPr>
          <a:xfrm>
            <a:off x="6711892" y="99173"/>
            <a:ext cx="2219336" cy="1749553"/>
            <a:chOff x="2322576" y="566928"/>
            <a:chExt cx="1993392" cy="3520440"/>
          </a:xfrm>
          <a:solidFill>
            <a:srgbClr val="003A31"/>
          </a:solidFill>
        </p:grpSpPr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A4EE3B74-69D1-E3DD-93A1-D3A74B957AB0}"/>
                </a:ext>
              </a:extLst>
            </p:cNvPr>
            <p:cNvSpPr/>
            <p:nvPr/>
          </p:nvSpPr>
          <p:spPr>
            <a:xfrm>
              <a:off x="2322576" y="566928"/>
              <a:ext cx="1993392" cy="3520440"/>
            </a:xfrm>
            <a:prstGeom prst="roundRect">
              <a:avLst>
                <a:gd name="adj" fmla="val 5505"/>
              </a:avLst>
            </a:prstGeom>
            <a:grpFill/>
            <a:ln w="2286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48" name="Shape 8">
              <a:extLst>
                <a:ext uri="{FF2B5EF4-FFF2-40B4-BE49-F238E27FC236}">
                  <a16:creationId xmlns:a16="http://schemas.microsoft.com/office/drawing/2014/main" id="{5C7D68E0-870A-16ED-5779-0B9E4773435C}"/>
                </a:ext>
              </a:extLst>
            </p:cNvPr>
            <p:cNvSpPr/>
            <p:nvPr/>
          </p:nvSpPr>
          <p:spPr>
            <a:xfrm>
              <a:off x="2505456" y="1344168"/>
              <a:ext cx="502920" cy="45720"/>
            </a:xfrm>
            <a:prstGeom prst="rect">
              <a:avLst/>
            </a:prstGeom>
            <a:grpFill/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6FD4848C-6999-417C-F4CB-B398C6CBC823}"/>
                </a:ext>
              </a:extLst>
            </p:cNvPr>
            <p:cNvSpPr/>
            <p:nvPr/>
          </p:nvSpPr>
          <p:spPr>
            <a:xfrm>
              <a:off x="2450592" y="1435608"/>
              <a:ext cx="1810512" cy="7132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30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Visión IA</a:t>
              </a:r>
              <a:endParaRPr lang="es-CO" sz="3000" noProof="0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5320511F-0493-095A-BFA3-4C1F2B4ECF50}"/>
                </a:ext>
              </a:extLst>
            </p:cNvPr>
            <p:cNvSpPr/>
            <p:nvPr/>
          </p:nvSpPr>
          <p:spPr>
            <a:xfrm>
              <a:off x="2450592" y="2292250"/>
              <a:ext cx="1792224" cy="13716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 clave que hizo</a:t>
              </a:r>
              <a:endParaRPr lang="es-CO" sz="1350" noProof="0" dirty="0"/>
            </a:p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que el cliente dijera sí</a:t>
              </a:r>
              <a:endParaRPr lang="es-CO" sz="1350" noProof="0" dirty="0"/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99F139CB-1952-F1E5-7C76-8CF19C10D59F}"/>
                </a:ext>
              </a:extLst>
            </p:cNvPr>
            <p:cNvSpPr/>
            <p:nvPr/>
          </p:nvSpPr>
          <p:spPr>
            <a:xfrm>
              <a:off x="2368296" y="658368"/>
              <a:ext cx="1901952" cy="640080"/>
            </a:xfrm>
            <a:prstGeom prst="rect">
              <a:avLst/>
            </a:prstGeom>
            <a:grpFill/>
            <a:ln/>
          </p:spPr>
          <p:txBody>
            <a:bodyPr wrap="square" lIns="101600" tIns="101600" rIns="101600" bIns="101600" rtlCol="0" anchor="t"/>
            <a:lstStyle/>
            <a:p>
              <a:pPr marL="0" indent="0" algn="r">
                <a:buNone/>
              </a:pPr>
              <a:r>
                <a:rPr lang="es-CO" sz="4400" b="1" noProof="0" dirty="0">
                  <a:solidFill>
                    <a:srgbClr val="EBF1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s-CO" sz="4400" noProof="0" dirty="0">
                <a:solidFill>
                  <a:srgbClr val="EBF1E9"/>
                </a:solidFill>
              </a:endParaRPr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FBCE2B13-1785-47FA-149F-AF566A0804E6}"/>
              </a:ext>
            </a:extLst>
          </p:cNvPr>
          <p:cNvGrpSpPr/>
          <p:nvPr/>
        </p:nvGrpSpPr>
        <p:grpSpPr>
          <a:xfrm>
            <a:off x="3897064" y="2069926"/>
            <a:ext cx="2599958" cy="1607820"/>
            <a:chOff x="4389120" y="566928"/>
            <a:chExt cx="1993392" cy="3520440"/>
          </a:xfrm>
        </p:grpSpPr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A277EB4B-D34D-B38E-0265-8B3956061AF6}"/>
                </a:ext>
              </a:extLst>
            </p:cNvPr>
            <p:cNvSpPr/>
            <p:nvPr/>
          </p:nvSpPr>
          <p:spPr>
            <a:xfrm>
              <a:off x="4389120" y="566928"/>
              <a:ext cx="1993392" cy="3520440"/>
            </a:xfrm>
            <a:prstGeom prst="roundRect">
              <a:avLst>
                <a:gd name="adj" fmla="val 5505"/>
              </a:avLst>
            </a:prstGeom>
            <a:solidFill>
              <a:srgbClr val="12122A"/>
            </a:solidFill>
            <a:ln w="22860">
              <a:solidFill>
                <a:srgbClr val="818CF8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57" name="Text 12">
              <a:extLst>
                <a:ext uri="{FF2B5EF4-FFF2-40B4-BE49-F238E27FC236}">
                  <a16:creationId xmlns:a16="http://schemas.microsoft.com/office/drawing/2014/main" id="{5FB1C2DE-C64D-52B0-4C3C-2D31DBC838D8}"/>
                </a:ext>
              </a:extLst>
            </p:cNvPr>
            <p:cNvSpPr/>
            <p:nvPr/>
          </p:nvSpPr>
          <p:spPr>
            <a:xfrm>
              <a:off x="4434840" y="658368"/>
              <a:ext cx="1901952" cy="640080"/>
            </a:xfrm>
            <a:prstGeom prst="rect">
              <a:avLst/>
            </a:prstGeom>
            <a:noFill/>
            <a:ln/>
          </p:spPr>
          <p:txBody>
            <a:bodyPr wrap="square" lIns="101600" tIns="101600" rIns="101600" bIns="101600" rtlCol="0" anchor="t"/>
            <a:lstStyle/>
            <a:p>
              <a:pPr marL="0" indent="0" algn="r">
                <a:buNone/>
              </a:pPr>
              <a:r>
                <a:rPr lang="es-CO" sz="4400" b="1" noProof="0" dirty="0">
                  <a:solidFill>
                    <a:srgbClr val="818CF8">
                      <a:alpha val="65000"/>
                    </a:srgb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s-CO" sz="4400" noProof="0" dirty="0"/>
            </a:p>
          </p:txBody>
        </p:sp>
        <p:sp>
          <p:nvSpPr>
            <p:cNvPr id="59" name="Shape 13">
              <a:extLst>
                <a:ext uri="{FF2B5EF4-FFF2-40B4-BE49-F238E27FC236}">
                  <a16:creationId xmlns:a16="http://schemas.microsoft.com/office/drawing/2014/main" id="{C1E1195D-5DE3-596F-FB5A-311C44C2A4F7}"/>
                </a:ext>
              </a:extLst>
            </p:cNvPr>
            <p:cNvSpPr/>
            <p:nvPr/>
          </p:nvSpPr>
          <p:spPr>
            <a:xfrm>
              <a:off x="4572000" y="1344168"/>
              <a:ext cx="502920" cy="45720"/>
            </a:xfrm>
            <a:prstGeom prst="rect">
              <a:avLst/>
            </a:prstGeom>
            <a:solidFill>
              <a:srgbClr val="818CF8"/>
            </a:solidFill>
            <a:ln w="12700">
              <a:solidFill>
                <a:srgbClr val="818CF8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61" name="Text 14">
              <a:extLst>
                <a:ext uri="{FF2B5EF4-FFF2-40B4-BE49-F238E27FC236}">
                  <a16:creationId xmlns:a16="http://schemas.microsoft.com/office/drawing/2014/main" id="{6469DD48-0A1F-6BFC-FAE3-4F2DED705DBE}"/>
                </a:ext>
              </a:extLst>
            </p:cNvPr>
            <p:cNvSpPr/>
            <p:nvPr/>
          </p:nvSpPr>
          <p:spPr>
            <a:xfrm>
              <a:off x="4461987" y="1520651"/>
              <a:ext cx="1810512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30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Playwright</a:t>
              </a:r>
              <a:endParaRPr lang="es-CO" sz="3000" noProof="0" dirty="0"/>
            </a:p>
          </p:txBody>
        </p:sp>
        <p:sp>
          <p:nvSpPr>
            <p:cNvPr id="63" name="Text 15">
              <a:extLst>
                <a:ext uri="{FF2B5EF4-FFF2-40B4-BE49-F238E27FC236}">
                  <a16:creationId xmlns:a16="http://schemas.microsoft.com/office/drawing/2014/main" id="{30DCA599-E9E5-A78A-4E32-AD2364C5DC39}"/>
                </a:ext>
              </a:extLst>
            </p:cNvPr>
            <p:cNvSpPr/>
            <p:nvPr/>
          </p:nvSpPr>
          <p:spPr>
            <a:xfrm>
              <a:off x="4480275" y="2630542"/>
              <a:ext cx="1792224" cy="1371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Descubierto vía IA —</a:t>
              </a:r>
              <a:endParaRPr lang="es-CO" sz="1350" noProof="0" dirty="0"/>
            </a:p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semanas convertidas en horas</a:t>
              </a:r>
              <a:endParaRPr lang="es-CO" sz="1350" noProof="0" dirty="0"/>
            </a:p>
          </p:txBody>
        </p: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B2205AB3-82EF-ABF6-F105-CFDA8E8CF35E}"/>
              </a:ext>
            </a:extLst>
          </p:cNvPr>
          <p:cNvGrpSpPr/>
          <p:nvPr/>
        </p:nvGrpSpPr>
        <p:grpSpPr>
          <a:xfrm>
            <a:off x="6711892" y="2057734"/>
            <a:ext cx="2219336" cy="1607820"/>
            <a:chOff x="6608064" y="719328"/>
            <a:chExt cx="1993392" cy="3520440"/>
          </a:xfrm>
        </p:grpSpPr>
        <p:sp>
          <p:nvSpPr>
            <p:cNvPr id="66" name="Shape 16">
              <a:extLst>
                <a:ext uri="{FF2B5EF4-FFF2-40B4-BE49-F238E27FC236}">
                  <a16:creationId xmlns:a16="http://schemas.microsoft.com/office/drawing/2014/main" id="{7A432BBD-D3C3-AAB0-0DBF-5F5EEC72609F}"/>
                </a:ext>
              </a:extLst>
            </p:cNvPr>
            <p:cNvSpPr/>
            <p:nvPr/>
          </p:nvSpPr>
          <p:spPr>
            <a:xfrm>
              <a:off x="6608064" y="719328"/>
              <a:ext cx="1993392" cy="3520440"/>
            </a:xfrm>
            <a:prstGeom prst="roundRect">
              <a:avLst>
                <a:gd name="adj" fmla="val 5505"/>
              </a:avLst>
            </a:prstGeom>
            <a:solidFill>
              <a:srgbClr val="2A1010"/>
            </a:solidFill>
            <a:ln w="22860">
              <a:solidFill>
                <a:srgbClr val="F87171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68" name="Text 17">
              <a:extLst>
                <a:ext uri="{FF2B5EF4-FFF2-40B4-BE49-F238E27FC236}">
                  <a16:creationId xmlns:a16="http://schemas.microsoft.com/office/drawing/2014/main" id="{47032ABE-E349-83B6-AED4-AB3869A7F43C}"/>
                </a:ext>
              </a:extLst>
            </p:cNvPr>
            <p:cNvSpPr/>
            <p:nvPr/>
          </p:nvSpPr>
          <p:spPr>
            <a:xfrm>
              <a:off x="6653784" y="810768"/>
              <a:ext cx="1901952" cy="640080"/>
            </a:xfrm>
            <a:prstGeom prst="rect">
              <a:avLst/>
            </a:prstGeom>
            <a:noFill/>
            <a:ln/>
          </p:spPr>
          <p:txBody>
            <a:bodyPr wrap="square" lIns="101600" tIns="101600" rIns="101600" bIns="101600" rtlCol="0" anchor="t"/>
            <a:lstStyle/>
            <a:p>
              <a:pPr marL="0" indent="0" algn="r">
                <a:buNone/>
              </a:pPr>
              <a:r>
                <a:rPr lang="es-CO" sz="4400" b="1" noProof="0" dirty="0">
                  <a:solidFill>
                    <a:srgbClr val="F87171">
                      <a:alpha val="65000"/>
                    </a:srgb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s-CO" sz="4400" noProof="0" dirty="0"/>
            </a:p>
          </p:txBody>
        </p:sp>
        <p:sp>
          <p:nvSpPr>
            <p:cNvPr id="70" name="Shape 18">
              <a:extLst>
                <a:ext uri="{FF2B5EF4-FFF2-40B4-BE49-F238E27FC236}">
                  <a16:creationId xmlns:a16="http://schemas.microsoft.com/office/drawing/2014/main" id="{614A19FD-FEBE-9A8B-E065-CC9DAA90048C}"/>
                </a:ext>
              </a:extLst>
            </p:cNvPr>
            <p:cNvSpPr/>
            <p:nvPr/>
          </p:nvSpPr>
          <p:spPr>
            <a:xfrm>
              <a:off x="6790944" y="1496568"/>
              <a:ext cx="502920" cy="45720"/>
            </a:xfrm>
            <a:prstGeom prst="rect">
              <a:avLst/>
            </a:prstGeom>
            <a:solidFill>
              <a:srgbClr val="F87171"/>
            </a:solidFill>
            <a:ln w="12700">
              <a:solidFill>
                <a:srgbClr val="F87171"/>
              </a:solidFill>
              <a:prstDash val="solid"/>
            </a:ln>
          </p:spPr>
          <p:txBody>
            <a:bodyPr/>
            <a:lstStyle/>
            <a:p>
              <a:endParaRPr lang="es-CO" noProof="0" dirty="0"/>
            </a:p>
          </p:txBody>
        </p:sp>
        <p:sp>
          <p:nvSpPr>
            <p:cNvPr id="72" name="Text 19">
              <a:extLst>
                <a:ext uri="{FF2B5EF4-FFF2-40B4-BE49-F238E27FC236}">
                  <a16:creationId xmlns:a16="http://schemas.microsoft.com/office/drawing/2014/main" id="{9454E8FA-880E-14A2-F65C-0CD71823030B}"/>
                </a:ext>
              </a:extLst>
            </p:cNvPr>
            <p:cNvSpPr/>
            <p:nvPr/>
          </p:nvSpPr>
          <p:spPr>
            <a:xfrm>
              <a:off x="6736080" y="1588008"/>
              <a:ext cx="1810512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30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Copiloto</a:t>
              </a:r>
              <a:endParaRPr lang="es-CO" sz="3000" noProof="0" dirty="0"/>
            </a:p>
          </p:txBody>
        </p:sp>
        <p:sp>
          <p:nvSpPr>
            <p:cNvPr id="74" name="Text 20">
              <a:extLst>
                <a:ext uri="{FF2B5EF4-FFF2-40B4-BE49-F238E27FC236}">
                  <a16:creationId xmlns:a16="http://schemas.microsoft.com/office/drawing/2014/main" id="{150C7C45-5B09-B14B-A2C8-A4339AB8F31C}"/>
                </a:ext>
              </a:extLst>
            </p:cNvPr>
            <p:cNvSpPr/>
            <p:nvPr/>
          </p:nvSpPr>
          <p:spPr>
            <a:xfrm>
              <a:off x="6708648" y="2751436"/>
              <a:ext cx="1792224" cy="1371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 piloto.</a:t>
              </a:r>
              <a:endParaRPr lang="es-CO" sz="1350" noProof="0" dirty="0"/>
            </a:p>
            <a:p>
              <a:pPr marL="0" indent="0" algn="l">
                <a:buNone/>
              </a:pPr>
              <a:r>
                <a:rPr lang="es-CO" sz="1350" noProof="0" dirty="0">
                  <a:solidFill>
                    <a:srgbClr val="A8BF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 IA navega.</a:t>
              </a:r>
              <a:endParaRPr lang="es-CO" sz="1350" noProof="0" dirty="0"/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6A55D9AA-4E17-C046-E5BF-06083A44611E}"/>
              </a:ext>
            </a:extLst>
          </p:cNvPr>
          <p:cNvGrpSpPr/>
          <p:nvPr/>
        </p:nvGrpSpPr>
        <p:grpSpPr>
          <a:xfrm>
            <a:off x="3749040" y="3998976"/>
            <a:ext cx="5344584" cy="749808"/>
            <a:chOff x="256032" y="4169664"/>
            <a:chExt cx="8631936" cy="749808"/>
          </a:xfrm>
        </p:grpSpPr>
        <p:sp>
          <p:nvSpPr>
            <p:cNvPr id="77" name="Shape 21">
              <a:extLst>
                <a:ext uri="{FF2B5EF4-FFF2-40B4-BE49-F238E27FC236}">
                  <a16:creationId xmlns:a16="http://schemas.microsoft.com/office/drawing/2014/main" id="{D9F12DA6-E407-E3D8-8A71-D8B0D95954B7}"/>
                </a:ext>
              </a:extLst>
            </p:cNvPr>
            <p:cNvSpPr/>
            <p:nvPr/>
          </p:nvSpPr>
          <p:spPr>
            <a:xfrm>
              <a:off x="256032" y="4169664"/>
              <a:ext cx="8631936" cy="749808"/>
            </a:xfrm>
            <a:prstGeom prst="rect">
              <a:avLst/>
            </a:prstGeom>
            <a:solidFill>
              <a:srgbClr val="1A3557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Text 22">
              <a:extLst>
                <a:ext uri="{FF2B5EF4-FFF2-40B4-BE49-F238E27FC236}">
                  <a16:creationId xmlns:a16="http://schemas.microsoft.com/office/drawing/2014/main" id="{1791839A-089F-595C-5BD4-2FCC23F3E000}"/>
                </a:ext>
              </a:extLst>
            </p:cNvPr>
            <p:cNvSpPr/>
            <p:nvPr/>
          </p:nvSpPr>
          <p:spPr>
            <a:xfrm>
              <a:off x="329733" y="4206240"/>
              <a:ext cx="1371599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200" b="1" noProof="0" dirty="0">
                  <a:solidFill>
                    <a:srgbClr val="0D9488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Resultado:</a:t>
              </a:r>
              <a:endParaRPr lang="es-CO" sz="12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1" name="Text 23">
              <a:extLst>
                <a:ext uri="{FF2B5EF4-FFF2-40B4-BE49-F238E27FC236}">
                  <a16:creationId xmlns:a16="http://schemas.microsoft.com/office/drawing/2014/main" id="{BF40451E-8D0A-F124-F654-281BFFDBDDD9}"/>
                </a:ext>
              </a:extLst>
            </p:cNvPr>
            <p:cNvSpPr/>
            <p:nvPr/>
          </p:nvSpPr>
          <p:spPr>
            <a:xfrm>
              <a:off x="1737360" y="4206240"/>
              <a:ext cx="548640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s-CO" sz="1250" noProof="0" dirty="0">
                  <a:solidFill>
                    <a:srgbClr val="DBEAFE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 Pude construir un robot que sin los conocimientos del master nos hubiese tomado 2 semanas y lo logre en 3 días</a:t>
              </a:r>
              <a:endParaRPr lang="es-CO" sz="125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Shape 24">
              <a:extLst>
                <a:ext uri="{FF2B5EF4-FFF2-40B4-BE49-F238E27FC236}">
                  <a16:creationId xmlns:a16="http://schemas.microsoft.com/office/drawing/2014/main" id="{3DD298AC-56B9-315F-AFA2-6CD340A378BC}"/>
                </a:ext>
              </a:extLst>
            </p:cNvPr>
            <p:cNvSpPr/>
            <p:nvPr/>
          </p:nvSpPr>
          <p:spPr>
            <a:xfrm>
              <a:off x="7333488" y="4251960"/>
              <a:ext cx="1463040" cy="585216"/>
            </a:xfrm>
            <a:prstGeom prst="roundRect">
              <a:avLst>
                <a:gd name="adj" fmla="val 12500"/>
              </a:avLst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CO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5" name="Text 25">
              <a:extLst>
                <a:ext uri="{FF2B5EF4-FFF2-40B4-BE49-F238E27FC236}">
                  <a16:creationId xmlns:a16="http://schemas.microsoft.com/office/drawing/2014/main" id="{9529E712-772D-D43C-8055-39D0FAB7705C}"/>
                </a:ext>
              </a:extLst>
            </p:cNvPr>
            <p:cNvSpPr/>
            <p:nvPr/>
          </p:nvSpPr>
          <p:spPr>
            <a:xfrm>
              <a:off x="7333488" y="4251960"/>
              <a:ext cx="14630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O" sz="1300" b="1" noProof="0" dirty="0">
                  <a:solidFill>
                    <a:srgbClr val="0D1B2A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más rápido</a:t>
              </a:r>
              <a:endParaRPr lang="es-CO" sz="13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1432</Words>
  <Application>Microsoft Office PowerPoint</Application>
  <PresentationFormat>Presentación en pantalla (16:9)</PresentationFormat>
  <Paragraphs>425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Poppins</vt:lpstr>
      <vt:lpstr>Poppins Semi-Bold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AIDA - Virrey Solis (A)</dc:title>
  <dc:subject>PptxGenJS Presentation</dc:subject>
  <dc:creator>PptxGenJS</dc:creator>
  <cp:lastModifiedBy>brayand plata</cp:lastModifiedBy>
  <cp:revision>2</cp:revision>
  <dcterms:created xsi:type="dcterms:W3CDTF">2026-06-16T19:28:13Z</dcterms:created>
  <dcterms:modified xsi:type="dcterms:W3CDTF">2026-07-04T16:29:24Z</dcterms:modified>
</cp:coreProperties>
</file>